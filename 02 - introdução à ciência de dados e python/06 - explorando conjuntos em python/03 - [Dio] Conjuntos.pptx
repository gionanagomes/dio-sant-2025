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Consolas" panose="020B0609020204030204" pitchFamily="49" charset="0"/>
      <p:regular r:id="rId43"/>
      <p:bold r:id="rId44"/>
      <p:italic r:id="rId45"/>
      <p:boldItalic r:id="rId46"/>
    </p:embeddedFont>
    <p:embeddedFont>
      <p:font typeface="Fira Code" panose="020B0809050000020004" pitchFamily="49" charset="0"/>
      <p:regular r:id="rId47"/>
      <p:bold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i+9UlrGbsIthoEv49TMZjqNHTd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172194-7F43-44AE-B810-243A329BEF07}">
  <a:tblStyle styleId="{D1172194-7F43-44AE-B810-243A329BEF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3f45897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3f45897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3f45897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3f45897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3f45897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3f45897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3f45897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3f45897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3f45897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3f45897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3f45897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3f458978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3f458978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3f458978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3f45897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3f45897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3f458978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3f458978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3f458978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3f458978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3f458978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3f458978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3f458978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3f458978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63f458978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1463f458978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3f45897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g1463f45897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463f458978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g1463f458978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463f458978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1463f458978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463f458978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1463f458978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todos os elementos de a estão presentes em b?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463f45897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1463f45897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todos os elementos de b estão presentes em a?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3f458978_0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3f458978_0_2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conjuntos disjuntos ocorrem quando não existe intersecção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463f458978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1463f458978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463f458978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1463f458978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463f458978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1463f458978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463f458978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1463f458978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463f458978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1463f458978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63f458978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1463f458978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463f458978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g1463f458978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463f458978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" name="Google Shape;303;g1463f458978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Conjuntos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set.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p17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Como criar conjuntos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3f458978_0_4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3f458978_0_4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3f458978_0_4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Como criar conjuntos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3f458978_0_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3f458978_0_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3f458978_0_1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set é uma coleção que não possui objetos repetidos, usamos sets para representar conjuntos matemáticos ou eliminar itens duplicados de um iterável.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3f458978_0_1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sets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3f458978_0_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3f458978_0_1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3f458978_0_1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3f458978_0_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3f458978_0_1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"abacaxi"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{"b", "a", "c", "x", "i"}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set((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{"gol", "celta", "palio"}</a:t>
                      </a:r>
                      <a:endParaRPr>
                        <a:solidFill>
                          <a:srgbClr val="F8F8F2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3f458978_0_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Conjuntos em Python não suportam indexação e nem fatiamento, caso queira acessar os seus valores é necessário converter o conjunto para lista.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3f458978_0_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Acessando 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3f458978_0_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3f458978_0_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3f458978_0_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3f458978_0_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3f458978_0_3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list(numeros)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numeros[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3f458978_0_7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conjunto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3f458978_0_7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conjuntos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3f458978_0_7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3f458978_0_8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3f458978_0_8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3f458978_0_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3f458978_0_8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carros: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print(carro)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3f458978_0_9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Às vezes é necessário saber qual o índice do objeto dentro do laço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 Para isso podemos usar a função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enumerate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3f458978_0_9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Função enumerate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3f458978_0_9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3f458978_0_9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3f458978_0_9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3f458978_0_9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3f458978_0_9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carros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"gol"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"celta"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"palio"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indice, carro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enumerate(carros):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{indice}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{carro}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3f458978_0_103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3f458978_0_1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3f458978_0_103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3f458978_0_103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3f458978_0_103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3f458978_0_103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3f458978_0_112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3f458978_0_112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3f458978_0_112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set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3f458978_0_1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3f458978_0_1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3f458978_0_16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g1463f458978_0_16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sp>
        <p:nvSpPr>
          <p:cNvPr id="178" name="Google Shape;178;g1463f458978_0_16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1463f458978_0_16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1463f458978_0_16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1463f458978_0_16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set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463f458978_0_23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1463f458978_0_23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{}.union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8" name="Google Shape;188;g1463f458978_0_2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9" name="Google Shape;189;g1463f458978_0_23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conjunto_a.union(conjunto_b)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0" name="Google Shape;190;g1463f458978_0_2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225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463f458978_0_24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1463f458978_0_24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{}.intersection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g1463f458978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8" name="Google Shape;198;g1463f458978_0_24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conjunto_a.intersection(conjunto_b)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9" name="Google Shape;199;g1463f458978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1225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463f458978_0_24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463f458978_0_24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{}.difference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1463f458978_0_2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7" name="Google Shape;207;g1463f458978_0_24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conjunto_a.difference(conjunto_b)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conjunto_b.difference(conjunto_a)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8" name="Google Shape;208;g1463f458978_0_2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450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3f458978_0_25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1463f458978_0_25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{}.symmetric_difference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g1463f458978_0_2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6" name="Google Shape;216;g1463f458978_0_25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conjunto_a.symmetric_difference(conjunto_b)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4}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17" name="Google Shape;217;g1463f458978_0_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450" y="1876425"/>
            <a:ext cx="1905000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463f458978_0_26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1463f458978_0_26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{}.issubset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1463f458978_0_26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5" name="Google Shape;225;g1463f458978_0_266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conjunto_a.issubset(conjunto_b)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conjunto_b.issubset(conjunto_a)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6" name="Google Shape;226;g1463f458978_0_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700" y="1770309"/>
            <a:ext cx="2404324" cy="160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463f458978_0_27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1463f458978_0_27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{}.issuperset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g1463f458978_0_27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4" name="Google Shape;234;g1463f458978_0_273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conjunto_a.issuperset(conjunto_b)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conjunto_b.issuperset(conjunto_a)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35" name="Google Shape;235;g1463f458978_0_2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5700" y="1770309"/>
            <a:ext cx="2404324" cy="16028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3f458978_0_28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3f458978_0_28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{}.isdisjoint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3f458978_0_28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3f458978_0_28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conjunto_b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conjunto_c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conjunto_a.isdisjoint(conjunto_b)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conjunto_a.isdisjoint(conjunto_c)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44" name="Google Shape;244;g1463f458978_0_2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975" y="1771650"/>
            <a:ext cx="2404872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463f458978_0_30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1463f458978_0_30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{}.add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g1463f458978_0_30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2" name="Google Shape;252;g1463f458978_0_30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25, 42}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sorteio.add(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23, 25, 42}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463f458978_0_3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g1463f458978_0_3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g1463f458978_0_3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0" name="Google Shape;260;g1463f458978_0_310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{1,23}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63f458978_0_3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1463f458978_0_3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7" name="Google Shape;267;g1463f458978_0_3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8" name="Google Shape;268;g1463f458978_0_317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sorteio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23}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463f458978_0_3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1463f458978_0_3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{}.discard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g1463f458978_0_3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6" name="Google Shape;276;g1463f458978_0_324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4, 5, 6, 7, 8, 9, 0}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numeros.discard(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numeros.discard(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3, 4, 5, 6, 7, 8, 9, 0}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463f458978_0_3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1463f458978_0_3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g1463f458978_0_3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84" name="Google Shape;284;g1463f458978_0_331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{0, 1, 2, 3, 4, 5, 6, 7, 8, 9}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numeros.pop()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{2, 3, 4, 5, 6, 7, 8, 9}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463f458978_0_3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1463f458978_0_3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{}.remove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g1463f458978_0_3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92" name="Google Shape;292;g1463f458978_0_338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{0, 1, 2, 3, 4, 5, 6, 7, 8, 9}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numeros.remove(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0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{1, 2, 3, 4, 5, 6, 7, 8, 9}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463f458978_0_3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1463f458978_0_3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g1463f458978_0_3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0" name="Google Shape;300;g1463f458978_0_345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len(numeros)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10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463f458978_0_3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1463f458978_0_3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g1463f458978_0_3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308" name="Google Shape;308;g1463f458978_0_352"/>
          <p:cNvGraphicFramePr/>
          <p:nvPr/>
        </p:nvGraphicFramePr>
        <p:xfrm>
          <a:off x="566928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{D1172194-7F43-44AE-B810-243A329BEF07}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numeros = {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numeros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2" name="Google Shape;32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33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E62F2B-F8EB-4B91-859D-E77ACA401F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CB9E472-FC1C-42F4-9B7C-ACDD0775966A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52B94DB9-7B51-480A-A703-310EEF0C37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33</Slides>
  <Notes>33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4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2026-01-01T20:34:05Z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
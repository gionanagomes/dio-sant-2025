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48" r:id="rId4"/>
  </p:sldMasterIdLst>
  <p:notesMasterIdLst>
    <p:notesMasterId r:id="rId36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  <p:sldId id="266" r:id="rId15"/>
    <p:sldId id="267" r:id="rId16"/>
    <p:sldId id="268" r:id="rId17"/>
    <p:sldId id="269" r:id="rId18"/>
    <p:sldId id="270" r:id="rId19"/>
    <p:sldId id="271" r:id="rId20"/>
    <p:sldId id="272" r:id="rId21"/>
    <p:sldId id="273" r:id="rId22"/>
    <p:sldId id="274" r:id="rId23"/>
    <p:sldId id="275" r:id="rId24"/>
    <p:sldId id="276" r:id="rId25"/>
    <p:sldId id="277" r:id="rId26"/>
    <p:sldId id="278" r:id="rId27"/>
    <p:sldId id="279" r:id="rId28"/>
    <p:sldId id="280" r:id="rId29"/>
    <p:sldId id="281" r:id="rId30"/>
    <p:sldId id="282" r:id="rId31"/>
    <p:sldId id="283" r:id="rId32"/>
    <p:sldId id="284" r:id="rId33"/>
    <p:sldId id="285" r:id="rId34"/>
    <p:sldId id="286" r:id="rId35"/>
  </p:sldIdLst>
  <p:sldSz cx="9144000" cy="5143500" type="screen16x9"/>
  <p:notesSz cx="6858000" cy="9144000"/>
  <p:embeddedFontLst>
    <p:embeddedFont>
      <p:font typeface="Century Gothic" panose="020B0502020202020204" pitchFamily="34" charset="0"/>
      <p:regular r:id="rId37"/>
      <p:bold r:id="rId38"/>
      <p:italic r:id="rId39"/>
      <p:boldItalic r:id="rId40"/>
    </p:embeddedFont>
    <p:embeddedFont>
      <p:font typeface="Consolas" panose="020B0609020204030204" pitchFamily="49" charset="0"/>
      <p:regular r:id="rId41"/>
      <p:bold r:id="rId42"/>
      <p:italic r:id="rId43"/>
      <p:boldItalic r:id="rId44"/>
    </p:embeddedFont>
    <p:embeddedFont>
      <p:font typeface="Fira Code" panose="020B0809050000020004" pitchFamily="49" charset="0"/>
      <p:regular r:id="rId45"/>
      <p:bold r:id="rId46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  <p:ext uri="http://customooxmlschemas.google.com/">
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r:id="rId47" roundtripDataSignature="AMtx7mjYpCQ8suS4KKHvH0VhS1gpB2xWSw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6322E731-7A8A-4888-BF3A-72475743BA48}">
  <a:tblStyle styleId="{6322E731-7A8A-4888-BF3A-72475743BA48}" styleName="Table_0">
    <a:wholeTbl>
      <a:tcTxStyle b="off" i="off"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 b="off" i="off"/>
      <a:tcStyle>
        <a:tcBdr/>
      </a:tcStyle>
    </a:band1H>
    <a:band2H>
      <a:tcTxStyle b="off" i="off"/>
      <a:tcStyle>
        <a:tcBdr/>
      </a:tcStyle>
    </a:band2H>
    <a:band1V>
      <a:tcTxStyle b="off" i="off"/>
      <a:tcStyle>
        <a:tcBdr/>
      </a:tcStyle>
    </a:band1V>
    <a:band2V>
      <a:tcTxStyle b="off" i="off"/>
      <a:tcStyle>
        <a:tcBdr/>
      </a:tcStyle>
    </a:band2V>
    <a:lastCol>
      <a:tcTxStyle b="off" i="off"/>
      <a:tcStyle>
        <a:tcBdr/>
      </a:tcStyle>
    </a:lastCol>
    <a:firstCol>
      <a:tcTxStyle b="off" i="off"/>
      <a:tcStyle>
        <a:tcBdr/>
      </a:tcStyle>
    </a:firstCol>
    <a:lastRow>
      <a:tcTxStyle b="off" i="off"/>
      <a:tcStyle>
        <a:tcBdr/>
      </a:tcStyle>
    </a:lastRow>
    <a:seCell>
      <a:tcTxStyle b="off" i="off"/>
      <a:tcStyle>
        <a:tcBdr/>
      </a:tcStyle>
    </a:seCell>
    <a:swCell>
      <a:tcTxStyle b="off" i="off"/>
      <a:tcStyle>
        <a:tcBdr/>
      </a:tcStyle>
    </a:swCell>
    <a:firstRow>
      <a:tcTxStyle b="off" i="off"/>
      <a:tcStyle>
        <a:tcBdr/>
      </a:tcStyle>
    </a:firstRow>
    <a:neCell>
      <a:tcTxStyle b="off" i="off"/>
      <a:tcStyle>
        <a:tcBdr/>
      </a:tcStyle>
    </a:neCell>
    <a:nwCell>
      <a:tcTxStyle b="off" i="off"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slideViewPr>
    <p:cSldViewPr snapToGrid="0">
      <p:cViewPr varScale="1">
        <p:scale>
          <a:sx n="100" d="100"/>
          <a:sy n="100" d="100"/>
        </p:scale>
        <p:origin x="0" y="0"/>
      </p:cViewPr>
      <p:guideLst>
        <p:guide orient="horz" pos="1620"/>
        <p:guide pos="2880"/>
      </p:guideLst>
    </p:cSldViewPr>
  </p:slide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slide" Target="slides/slide22.xml"/><Relationship Id="rId39" Type="http://schemas.openxmlformats.org/officeDocument/2006/relationships/font" Target="fonts/font3.fntdata"/><Relationship Id="rId21" Type="http://schemas.openxmlformats.org/officeDocument/2006/relationships/slide" Target="slides/slide17.xml"/><Relationship Id="rId34" Type="http://schemas.openxmlformats.org/officeDocument/2006/relationships/slide" Target="slides/slide30.xml"/><Relationship Id="rId42" Type="http://schemas.openxmlformats.org/officeDocument/2006/relationships/font" Target="fonts/font6.fntdata"/><Relationship Id="rId47" Type="http://customschemas.google.com/relationships/presentationmetadata" Target="metadata"/><Relationship Id="rId50" Type="http://schemas.openxmlformats.org/officeDocument/2006/relationships/theme" Target="theme/theme1.xml"/><Relationship Id="rId7" Type="http://schemas.openxmlformats.org/officeDocument/2006/relationships/slide" Target="slides/slide3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9" Type="http://schemas.openxmlformats.org/officeDocument/2006/relationships/slide" Target="slides/slide25.xml"/><Relationship Id="rId11" Type="http://schemas.openxmlformats.org/officeDocument/2006/relationships/slide" Target="slides/slide7.xml"/><Relationship Id="rId24" Type="http://schemas.openxmlformats.org/officeDocument/2006/relationships/slide" Target="slides/slide20.xml"/><Relationship Id="rId32" Type="http://schemas.openxmlformats.org/officeDocument/2006/relationships/slide" Target="slides/slide28.xml"/><Relationship Id="rId37" Type="http://schemas.openxmlformats.org/officeDocument/2006/relationships/font" Target="fonts/font1.fntdata"/><Relationship Id="rId40" Type="http://schemas.openxmlformats.org/officeDocument/2006/relationships/font" Target="fonts/font4.fntdata"/><Relationship Id="rId45" Type="http://schemas.openxmlformats.org/officeDocument/2006/relationships/font" Target="fonts/font9.fntdata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slide" Target="slides/slide24.xml"/><Relationship Id="rId36" Type="http://schemas.openxmlformats.org/officeDocument/2006/relationships/notesMaster" Target="notesMasters/notesMaster1.xml"/><Relationship Id="rId49" Type="http://schemas.openxmlformats.org/officeDocument/2006/relationships/viewProps" Target="viewProps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31" Type="http://schemas.openxmlformats.org/officeDocument/2006/relationships/slide" Target="slides/slide27.xml"/><Relationship Id="rId44" Type="http://schemas.openxmlformats.org/officeDocument/2006/relationships/font" Target="fonts/font8.fntdata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slide" Target="slides/slide23.xml"/><Relationship Id="rId30" Type="http://schemas.openxmlformats.org/officeDocument/2006/relationships/slide" Target="slides/slide26.xml"/><Relationship Id="rId35" Type="http://schemas.openxmlformats.org/officeDocument/2006/relationships/slide" Target="slides/slide31.xml"/><Relationship Id="rId43" Type="http://schemas.openxmlformats.org/officeDocument/2006/relationships/font" Target="fonts/font7.fntdata"/><Relationship Id="rId48" Type="http://schemas.openxmlformats.org/officeDocument/2006/relationships/presProps" Target="presProps.xml"/><Relationship Id="rId8" Type="http://schemas.openxmlformats.org/officeDocument/2006/relationships/slide" Target="slides/slide4.xml"/><Relationship Id="rId51" Type="http://schemas.openxmlformats.org/officeDocument/2006/relationships/tableStyles" Target="tableStyles.xml"/><Relationship Id="rId3" Type="http://schemas.openxmlformats.org/officeDocument/2006/relationships/customXml" Target="../customXml/item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slide" Target="slides/slide21.xml"/><Relationship Id="rId33" Type="http://schemas.openxmlformats.org/officeDocument/2006/relationships/slide" Target="slides/slide29.xml"/><Relationship Id="rId38" Type="http://schemas.openxmlformats.org/officeDocument/2006/relationships/font" Target="fonts/font2.fntdata"/><Relationship Id="rId46" Type="http://schemas.openxmlformats.org/officeDocument/2006/relationships/font" Target="fonts/font10.fntdata"/><Relationship Id="rId20" Type="http://schemas.openxmlformats.org/officeDocument/2006/relationships/slide" Target="slides/slide16.xml"/><Relationship Id="rId41" Type="http://schemas.openxmlformats.org/officeDocument/2006/relationships/font" Target="fonts/font5.fntdata"/><Relationship Id="rId1" Type="http://schemas.openxmlformats.org/officeDocument/2006/relationships/customXml" Target="../customXml/item1.xml"/><Relationship Id="rId6" Type="http://schemas.openxmlformats.org/officeDocument/2006/relationships/slide" Target="slides/slide2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marR="0" lvl="0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55" name="Google Shape;55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2" name="Google Shape;62;p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g116295da5bc_0_6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9" name="Google Shape;69;g116295da5bc_0_6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g14643db3440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76" name="Google Shape;76;g14643db3440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g14643db3440_0_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86" name="Google Shape;86;g14643db3440_0_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g14643db3440_0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95" name="Google Shape;95;g14643db3440_0_1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g14643db3440_0_2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02" name="Google Shape;102;g14643db3440_0_2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g14643db3440_0_3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10" name="Google Shape;110;g14643db3440_0_3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g14643db3440_0_3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17" name="Google Shape;117;g14643db3440_0_3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g14643db3440_0_5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25" name="Google Shape;125;g14643db3440_0_5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g14643db3440_0_6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32" name="Google Shape;132;g14643db3440_0_6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g14643db3440_0_8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40" name="Google Shape;140;g14643db3440_0_8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g14643db3440_0_8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47" name="Google Shape;147;g14643db3440_0_8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Google Shape;154;g14643db3440_0_10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55" name="Google Shape;155;g14643db3440_0_10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" name="Google Shape;164;g14643db3440_0_1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65" name="Google Shape;165;g14643db3440_0_11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" name="Google Shape;173;g14643db3440_0_12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74" name="Google Shape;174;g14643db3440_0_12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" name="Google Shape;181;g14643db3440_0_13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82" name="Google Shape;182;g14643db3440_0_13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" name="Google Shape;189;g14643db3440_0_20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90" name="Google Shape;190;g14643db3440_0_20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7" name="Google Shape;197;g14643db3440_0_2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98" name="Google Shape;198;g14643db3440_0_21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" name="Google Shape;205;g14643db3440_0_2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06" name="Google Shape;206;g14643db3440_0_21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3" name="Google Shape;213;g14643db3440_0_22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14" name="Google Shape;214;g14643db3440_0_22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1" name="Google Shape;221;g14643db3440_0_23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22" name="Google Shape;222;g14643db3440_0_23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9" name="Google Shape;229;g14643db3440_0_23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30" name="Google Shape;230;g14643db3440_0_23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7" name="Google Shape;237;g14643db3440_0_24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38" name="Google Shape;238;g14643db3440_0_24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" name="Google Shape;245;g14643db3440_0_25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46" name="Google Shape;246;g14643db3440_0_25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3" name="Google Shape;253;g14643db3440_0_25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54" name="Google Shape;254;g14643db3440_0_25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1" name="Google Shape;261;g14643db3440_0_13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62" name="Google Shape;262;g14643db3440_0_13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9" name="Google Shape;269;g14652654031_0_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70" name="Google Shape;270;g14652654031_0_1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7" name="Google Shape;277;g14643db3440_0_14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78" name="Google Shape;278;g14643db3440_0_14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7" name="Google Shape;287;g122e3ca075f_0_5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88" name="Google Shape;288;g122e3ca075f_0_5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/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4" name="Google Shape;294;p1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95" name="Google Shape;295;p1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>
  <p:cSld name="TITLE_1">
    <p:spTree>
      <p:nvGrpSpPr>
        <p:cNvPr id="1" name="Shape 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Google Shape;11;g109ffa863cd_0_285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[</a:t>
            </a:r>
            <a:fld id="{00000000-1234-1234-1234-123412341234}" type="slidenum">
              <a:rPr lang="en-US">
                <a:solidFill>
                  <a:srgbClr val="EA4E60"/>
                </a:solidFill>
              </a:rPr>
              <a:t>‹nº›</a:t>
            </a:fld>
            <a:r>
              <a:rPr lang="en-US"/>
              <a:t>]</a:t>
            </a:r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Google Shape;13;g109ffa863cd_0_260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14" name="Google Shape;14;g109ffa863cd_0_260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[</a:t>
            </a:r>
            <a:fld id="{00000000-1234-1234-1234-123412341234}" type="slidenum">
              <a:rPr lang="en-US">
                <a:solidFill>
                  <a:srgbClr val="EA4E60"/>
                </a:solidFill>
              </a:rPr>
              <a:t>‹nº›</a:t>
            </a:fld>
            <a:r>
              <a:rPr lang="en-US"/>
              <a:t>]</a:t>
            </a:r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g109ffa863cd_0_283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[</a:t>
            </a:r>
            <a:fld id="{00000000-1234-1234-1234-123412341234}" type="slidenum">
              <a:rPr lang="en-US">
                <a:solidFill>
                  <a:srgbClr val="EA4E60"/>
                </a:solidFill>
              </a:rPr>
              <a:t>‹nº›</a:t>
            </a:fld>
            <a:r>
              <a:rPr lang="en-US"/>
              <a:t>]</a:t>
            </a:r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g109ffa863cd_0_244"/>
          <p:cNvSpPr txBox="1">
            <a:spLocks noGrp="1"/>
          </p:cNvSpPr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19" name="Google Shape;19;g109ffa863cd_0_244"/>
          <p:cNvSpPr txBox="1">
            <a:spLocks noGrp="1"/>
          </p:cNvSpPr>
          <p:nvPr>
            <p:ph type="subTitle" idx="1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sp>
        <p:nvSpPr>
          <p:cNvPr id="20" name="Google Shape;20;g109ffa863cd_0_244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[</a:t>
            </a:r>
            <a:fld id="{00000000-1234-1234-1234-123412341234}" type="slidenum">
              <a:rPr lang="en-US">
                <a:solidFill>
                  <a:srgbClr val="EA4E60"/>
                </a:solidFill>
              </a:rPr>
              <a:t>‹nº›</a:t>
            </a:fld>
            <a:r>
              <a:rPr lang="en-US"/>
              <a:t>]</a:t>
            </a:r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g109ffa863cd_0_248"/>
          <p:cNvSpPr txBox="1">
            <a:spLocks noGrp="1"/>
          </p:cNvSpPr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23" name="Google Shape;23;g109ffa863cd_0_248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[</a:t>
            </a:r>
            <a:fld id="{00000000-1234-1234-1234-123412341234}" type="slidenum">
              <a:rPr lang="en-US">
                <a:solidFill>
                  <a:srgbClr val="EA4E60"/>
                </a:solidFill>
              </a:rPr>
              <a:t>‹nº›</a:t>
            </a:fld>
            <a:r>
              <a:rPr lang="en-US"/>
              <a:t>]</a:t>
            </a:r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Google Shape;25;g109ffa863cd_0_25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6" name="Google Shape;26;g109ffa863cd_0_251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27" name="Google Shape;27;g109ffa863cd_0_251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[</a:t>
            </a:r>
            <a:fld id="{00000000-1234-1234-1234-123412341234}" type="slidenum">
              <a:rPr lang="en-US">
                <a:solidFill>
                  <a:srgbClr val="EA4E60"/>
                </a:solidFill>
              </a:rPr>
              <a:t>‹nº›</a:t>
            </a:fld>
            <a:r>
              <a:rPr lang="en-US"/>
              <a:t>]</a:t>
            </a:r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g109ffa863cd_0_255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30" name="Google Shape;30;g109ffa863cd_0_255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31" name="Google Shape;31;g109ffa863cd_0_255"/>
          <p:cNvSpPr txBox="1">
            <a:spLocks noGrp="1"/>
          </p:cNvSpPr>
          <p:nvPr>
            <p:ph type="body" idx="2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32" name="Google Shape;32;g109ffa863cd_0_255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[</a:t>
            </a:r>
            <a:fld id="{00000000-1234-1234-1234-123412341234}" type="slidenum">
              <a:rPr lang="en-US">
                <a:solidFill>
                  <a:srgbClr val="EA4E60"/>
                </a:solidFill>
              </a:rPr>
              <a:t>‹nº›</a:t>
            </a:fld>
            <a:r>
              <a:rPr lang="en-US"/>
              <a:t>]</a:t>
            </a:r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g109ffa863cd_0_263"/>
          <p:cNvSpPr txBox="1">
            <a:spLocks noGrp="1"/>
          </p:cNvSpPr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35" name="Google Shape;35;g109ffa863cd_0_263"/>
          <p:cNvSpPr txBox="1">
            <a:spLocks noGrp="1"/>
          </p:cNvSpPr>
          <p:nvPr>
            <p:ph type="body" idx="1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lvl="1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36" name="Google Shape;36;g109ffa863cd_0_263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[</a:t>
            </a:r>
            <a:fld id="{00000000-1234-1234-1234-123412341234}" type="slidenum">
              <a:rPr lang="en-US">
                <a:solidFill>
                  <a:srgbClr val="EA4E60"/>
                </a:solidFill>
              </a:rPr>
              <a:t>‹nº›</a:t>
            </a:fld>
            <a:r>
              <a:rPr lang="en-US"/>
              <a:t>]</a:t>
            </a:r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Google Shape;38;g109ffa863cd_0_267"/>
          <p:cNvSpPr txBox="1">
            <a:spLocks noGrp="1"/>
          </p:cNvSpPr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  <p:sp>
        <p:nvSpPr>
          <p:cNvPr id="39" name="Google Shape;39;g109ffa863cd_0_267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[</a:t>
            </a:r>
            <a:fld id="{00000000-1234-1234-1234-123412341234}" type="slidenum">
              <a:rPr lang="en-US">
                <a:solidFill>
                  <a:srgbClr val="EA4E60"/>
                </a:solidFill>
              </a:rPr>
              <a:t>‹nº›</a:t>
            </a:fld>
            <a:r>
              <a:rPr lang="en-US"/>
              <a:t>]</a:t>
            </a:r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g109ffa863cd_0_270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2" name="Google Shape;42;g109ffa863cd_0_270"/>
          <p:cNvSpPr txBox="1">
            <a:spLocks noGrp="1"/>
          </p:cNvSpPr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43" name="Google Shape;43;g109ffa863cd_0_270"/>
          <p:cNvSpPr txBox="1">
            <a:spLocks noGrp="1"/>
          </p:cNvSpPr>
          <p:nvPr>
            <p:ph type="subTitle" idx="1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44" name="Google Shape;44;g109ffa863cd_0_270"/>
          <p:cNvSpPr txBox="1">
            <a:spLocks noGrp="1"/>
          </p:cNvSpPr>
          <p:nvPr>
            <p:ph type="body" idx="2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3429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5" name="Google Shape;45;g109ffa863cd_0_270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[</a:t>
            </a:r>
            <a:fld id="{00000000-1234-1234-1234-123412341234}" type="slidenum">
              <a:rPr lang="en-US">
                <a:solidFill>
                  <a:srgbClr val="EA4E60"/>
                </a:solidFill>
              </a:rPr>
              <a:t>‹nº›</a:t>
            </a:fld>
            <a:r>
              <a:rPr lang="en-US"/>
              <a:t>]</a:t>
            </a:r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Google Shape;47;g109ffa863cd_0_276"/>
          <p:cNvSpPr txBox="1">
            <a:spLocks noGrp="1"/>
          </p:cNvSpPr>
          <p:nvPr>
            <p:ph type="body" idx="1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>
            <a:endParaRPr/>
          </a:p>
        </p:txBody>
      </p:sp>
      <p:sp>
        <p:nvSpPr>
          <p:cNvPr id="48" name="Google Shape;48;g109ffa863cd_0_276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[</a:t>
            </a:r>
            <a:fld id="{00000000-1234-1234-1234-123412341234}" type="slidenum">
              <a:rPr lang="en-US">
                <a:solidFill>
                  <a:srgbClr val="EA4E60"/>
                </a:solidFill>
              </a:rPr>
              <a:t>‹nº›</a:t>
            </a:fld>
            <a:r>
              <a:rPr lang="en-US"/>
              <a:t>]</a:t>
            </a:r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g109ffa863cd_0_279"/>
          <p:cNvSpPr txBox="1">
            <a:spLocks noGrp="1"/>
          </p:cNvSpPr>
          <p:nvPr>
            <p:ph type="title" hasCustomPrompt="1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51" name="Google Shape;51;g109ffa863cd_0_279"/>
          <p:cNvSpPr txBox="1">
            <a:spLocks noGrp="1"/>
          </p:cNvSpPr>
          <p:nvPr>
            <p:ph type="body" idx="1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52" name="Google Shape;52;g109ffa863cd_0_279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[</a:t>
            </a:r>
            <a:fld id="{00000000-1234-1234-1234-123412341234}" type="slidenum">
              <a:rPr lang="en-US">
                <a:solidFill>
                  <a:srgbClr val="EA4E60"/>
                </a:solidFill>
              </a:rPr>
              <a:t>‹nº›</a:t>
            </a:fld>
            <a:r>
              <a:rPr lang="en-US"/>
              <a:t>]</a:t>
            </a:r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1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g109ffa863cd_0_240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7" name="Google Shape;7;g109ffa863cd_0_240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marR="0" lvl="0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/>
              <a:buChar char="●"/>
              <a:defRPr sz="1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pic>
        <p:nvPicPr>
          <p:cNvPr id="8" name="Google Shape;8;g109ffa863cd_0_240"/>
          <p:cNvPicPr preferRelativeResize="0"/>
          <p:nvPr/>
        </p:nvPicPr>
        <p:blipFill rotWithShape="1">
          <a:blip r:embed="rId14">
            <a:alphaModFix/>
          </a:blip>
          <a:srcRect/>
          <a:stretch/>
        </p:blipFill>
        <p:spPr>
          <a:xfrm>
            <a:off x="8127425" y="119987"/>
            <a:ext cx="851525" cy="331425"/>
          </a:xfrm>
          <a:prstGeom prst="rect">
            <a:avLst/>
          </a:prstGeom>
          <a:noFill/>
          <a:ln>
            <a:noFill/>
          </a:ln>
        </p:spPr>
      </p:pic>
      <p:sp>
        <p:nvSpPr>
          <p:cNvPr id="9" name="Google Shape;9;g109ffa863cd_0_240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[</a:t>
            </a:r>
            <a:fld id="{00000000-1234-1234-1234-123412341234}" type="slidenum">
              <a:rPr lang="en-US">
                <a:solidFill>
                  <a:srgbClr val="EA4E60"/>
                </a:solidFill>
              </a:rPr>
              <a:t>‹nº›</a:t>
            </a:fld>
            <a:r>
              <a:rPr lang="en-US"/>
              <a:t>]</a:t>
            </a:r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1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1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1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1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1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hyperlink" Target="https://discord.com/invite/gFKWUdTkaj" TargetMode="External"/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2.png"/><Relationship Id="rId4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p2"/>
          <p:cNvSpPr txBox="1"/>
          <p:nvPr/>
        </p:nvSpPr>
        <p:spPr>
          <a:xfrm>
            <a:off x="565525" y="3011225"/>
            <a:ext cx="6761700" cy="1935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2400" b="1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rPr>
              <a:t>Guilherme Arthur de Carvalho</a:t>
            </a:r>
            <a:endParaRPr sz="1600" b="0" i="0" u="none" strike="noStrike" cap="none">
              <a:solidFill>
                <a:srgbClr val="040A24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en-US" sz="16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rPr>
              <a:t>Analista de sistemas</a:t>
            </a:r>
            <a:endParaRPr sz="1600" b="0" i="0" u="none" strike="noStrike" cap="none">
              <a:solidFill>
                <a:srgbClr val="040A24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en-US" sz="2400" b="1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rPr>
              <a:t>@decarvalhogui</a:t>
            </a:r>
            <a:endParaRPr sz="2400" b="1" i="0" u="none" strike="noStrike" cap="none">
              <a:solidFill>
                <a:srgbClr val="040A24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8" name="Google Shape;58;p2"/>
          <p:cNvSpPr txBox="1"/>
          <p:nvPr/>
        </p:nvSpPr>
        <p:spPr>
          <a:xfrm>
            <a:off x="565525" y="636550"/>
            <a:ext cx="7991400" cy="1935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lang="en-US" sz="4000" b="1">
                <a:solidFill>
                  <a:srgbClr val="EA4E6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Dicionários</a:t>
            </a:r>
            <a:endParaRPr sz="2400" b="0" i="1" u="none" strike="noStrike" cap="none">
              <a:solidFill>
                <a:srgbClr val="EA4E60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59" name="Google Shape;59;p2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lang="en-US"/>
              <a:t>[</a:t>
            </a:r>
            <a:fld id="{00000000-1234-1234-1234-123412341234}" type="slidenum">
              <a:rPr lang="en-US">
                <a:solidFill>
                  <a:srgbClr val="EA4E60"/>
                </a:solidFill>
              </a:rPr>
              <a:t>1</a:t>
            </a:fld>
            <a:r>
              <a:rPr lang="en-US"/>
              <a:t>]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p3"/>
          <p:cNvSpPr txBox="1"/>
          <p:nvPr/>
        </p:nvSpPr>
        <p:spPr>
          <a:xfrm>
            <a:off x="565525" y="1857725"/>
            <a:ext cx="8016900" cy="204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76200" lvl="1" indent="0" algn="just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</a:pPr>
            <a:r>
              <a:rPr lang="en-US" sz="2400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rPr>
              <a:t>Entender o funcionamento da estrutura de dados dicionário.</a:t>
            </a:r>
            <a:endParaRPr sz="2400">
              <a:solidFill>
                <a:srgbClr val="040A24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5" name="Google Shape;65;p3"/>
          <p:cNvSpPr txBox="1"/>
          <p:nvPr/>
        </p:nvSpPr>
        <p:spPr>
          <a:xfrm>
            <a:off x="565525" y="636550"/>
            <a:ext cx="8016900" cy="84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lang="en-US" sz="4000" b="1" i="0" u="none" strike="noStrike" cap="none">
                <a:solidFill>
                  <a:srgbClr val="EA4E6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Objetivo Geral</a:t>
            </a:r>
            <a:endParaRPr sz="4000" b="0" i="0" u="none" strike="noStrike" cap="none">
              <a:solidFill>
                <a:srgbClr val="EA4E60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66" name="Google Shape;66;p3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lang="en-US"/>
              <a:t>[</a:t>
            </a:r>
            <a:fld id="{00000000-1234-1234-1234-123412341234}" type="slidenum">
              <a:rPr lang="en-US">
                <a:solidFill>
                  <a:srgbClr val="EA4E60"/>
                </a:solidFill>
              </a:rPr>
              <a:t>2</a:t>
            </a:fld>
            <a:r>
              <a:rPr lang="en-US"/>
              <a:t>]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g116295da5bc_0_62"/>
          <p:cNvSpPr txBox="1"/>
          <p:nvPr/>
        </p:nvSpPr>
        <p:spPr>
          <a:xfrm>
            <a:off x="565525" y="1481050"/>
            <a:ext cx="8016900" cy="308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457200" marR="0" lvl="0" indent="-38100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40A24"/>
              </a:buClr>
              <a:buSzPts val="2400"/>
              <a:buFont typeface="Calibri"/>
              <a:buChar char="●"/>
            </a:pPr>
            <a:r>
              <a:rPr lang="en-US" sz="24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rPr>
              <a:t>Python 3 </a:t>
            </a:r>
            <a:endParaRPr sz="2400" b="0" i="0" u="none" strike="noStrike" cap="none">
              <a:solidFill>
                <a:srgbClr val="040A24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marR="0" lvl="0" indent="-38100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40A24"/>
              </a:buClr>
              <a:buSzPts val="2400"/>
              <a:buFont typeface="Calibri"/>
              <a:buChar char="●"/>
            </a:pPr>
            <a:r>
              <a:rPr lang="en-US" sz="24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rPr>
              <a:t>VSCode</a:t>
            </a:r>
            <a:endParaRPr sz="2400" b="0" i="0" u="none" strike="noStrike" cap="none">
              <a:solidFill>
                <a:srgbClr val="040A24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2" name="Google Shape;72;g116295da5bc_0_62"/>
          <p:cNvSpPr txBox="1"/>
          <p:nvPr/>
        </p:nvSpPr>
        <p:spPr>
          <a:xfrm>
            <a:off x="565525" y="636550"/>
            <a:ext cx="8016900" cy="84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lang="en-US" sz="4000" b="1" i="0" u="none" strike="noStrike" cap="none">
                <a:solidFill>
                  <a:srgbClr val="EA4E6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Pré-requisitos</a:t>
            </a:r>
            <a:endParaRPr sz="4000" b="0" i="0" u="none" strike="noStrike" cap="none">
              <a:solidFill>
                <a:srgbClr val="EA4E60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73" name="Google Shape;73;g116295da5bc_0_62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lang="en-US"/>
              <a:t>[</a:t>
            </a:r>
            <a:fld id="{00000000-1234-1234-1234-123412341234}" type="slidenum">
              <a:rPr lang="en-US">
                <a:solidFill>
                  <a:srgbClr val="EA4E60"/>
                </a:solidFill>
              </a:rPr>
              <a:t>3</a:t>
            </a:fld>
            <a:r>
              <a:rPr lang="en-US"/>
              <a:t>]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g14643db3440_0_0"/>
          <p:cNvSpPr txBox="1"/>
          <p:nvPr/>
        </p:nvSpPr>
        <p:spPr>
          <a:xfrm>
            <a:off x="565525" y="636550"/>
            <a:ext cx="7410300" cy="84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lang="en-US" sz="4000" b="1" i="0" u="none" strike="noStrike" cap="none">
                <a:solidFill>
                  <a:srgbClr val="EA4E6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Percurso</a:t>
            </a:r>
            <a:endParaRPr sz="4000" b="0" i="0" u="none" strike="noStrike" cap="none">
              <a:solidFill>
                <a:srgbClr val="EA4E60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79" name="Google Shape;79;g14643db3440_0_0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lang="en-US"/>
              <a:t>[</a:t>
            </a:r>
            <a:fld id="{00000000-1234-1234-1234-123412341234}" type="slidenum">
              <a:rPr lang="en-US">
                <a:solidFill>
                  <a:srgbClr val="EA4E60"/>
                </a:solidFill>
              </a:rPr>
              <a:t>4</a:t>
            </a:fld>
            <a:r>
              <a:rPr lang="en-US"/>
              <a:t>]</a:t>
            </a:r>
            <a:endParaRPr/>
          </a:p>
        </p:txBody>
      </p:sp>
      <p:sp>
        <p:nvSpPr>
          <p:cNvPr id="80" name="Google Shape;80;g14643db3440_0_0"/>
          <p:cNvSpPr txBox="1"/>
          <p:nvPr/>
        </p:nvSpPr>
        <p:spPr>
          <a:xfrm>
            <a:off x="678554" y="1851730"/>
            <a:ext cx="1380000" cy="576000"/>
          </a:xfrm>
          <a:prstGeom prst="rect">
            <a:avLst/>
          </a:prstGeom>
          <a:solidFill>
            <a:srgbClr val="EA4E6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1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lang="en-US" sz="28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Etapa 1</a:t>
            </a:r>
            <a:endParaRPr sz="2800" b="1" i="0" u="none" strike="noStrike" cap="none">
              <a:solidFill>
                <a:srgbClr val="595959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1" name="Google Shape;81;g14643db3440_0_0"/>
          <p:cNvSpPr/>
          <p:nvPr/>
        </p:nvSpPr>
        <p:spPr>
          <a:xfrm>
            <a:off x="2262751" y="1908875"/>
            <a:ext cx="61743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457200" marR="0" lvl="0" indent="-4572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-US" sz="2400" b="1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rPr>
              <a:t>Criação e acesso aos dados</a:t>
            </a:r>
            <a:endParaRPr sz="2400" b="1" i="0" u="none" strike="noStrike" cap="none">
              <a:solidFill>
                <a:srgbClr val="040A24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2" name="Google Shape;82;g14643db3440_0_0"/>
          <p:cNvSpPr txBox="1"/>
          <p:nvPr/>
        </p:nvSpPr>
        <p:spPr>
          <a:xfrm>
            <a:off x="692754" y="2571755"/>
            <a:ext cx="1380000" cy="576000"/>
          </a:xfrm>
          <a:prstGeom prst="rect">
            <a:avLst/>
          </a:prstGeom>
          <a:solidFill>
            <a:srgbClr val="EA4E6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1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lang="en-US" sz="280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Etapa </a:t>
            </a:r>
            <a:r>
              <a:rPr lang="en-US" sz="28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 sz="2800" i="0" u="none" strike="noStrike" cap="none">
              <a:solidFill>
                <a:srgbClr val="595959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3" name="Google Shape;83;g14643db3440_0_0"/>
          <p:cNvSpPr/>
          <p:nvPr/>
        </p:nvSpPr>
        <p:spPr>
          <a:xfrm>
            <a:off x="2276951" y="2628900"/>
            <a:ext cx="61743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457200" marR="0" lvl="0" indent="-4572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-US" sz="2400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rPr>
              <a:t>Métodos da classe dict</a:t>
            </a:r>
            <a:endParaRPr sz="2400" i="0" u="none" strike="noStrike" cap="none">
              <a:solidFill>
                <a:srgbClr val="040A24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7282C"/>
        </a:solidFill>
        <a:effectLst/>
      </p:bgPr>
    </p:bg>
    <p:spTree>
      <p:nvGrpSpPr>
        <p:cNvPr id="1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g14643db3440_0_9"/>
          <p:cNvSpPr txBox="1"/>
          <p:nvPr/>
        </p:nvSpPr>
        <p:spPr>
          <a:xfrm>
            <a:off x="565525" y="3829263"/>
            <a:ext cx="7410300" cy="39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endParaRPr sz="1400" b="1" i="0" u="none" strike="noStrike" cap="none">
              <a:solidFill>
                <a:srgbClr val="A5A5A5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9" name="Google Shape;89;g14643db3440_0_9"/>
          <p:cNvSpPr txBox="1"/>
          <p:nvPr/>
        </p:nvSpPr>
        <p:spPr>
          <a:xfrm>
            <a:off x="565523" y="870463"/>
            <a:ext cx="7410300" cy="48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lang="en-US" sz="2400" b="1" i="0" u="none" strike="noStrike" cap="none">
                <a:solidFill>
                  <a:srgbClr val="EA4E6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Etapa 1</a:t>
            </a:r>
            <a:endParaRPr sz="2400" b="0" i="0" u="none" strike="noStrike" cap="none">
              <a:solidFill>
                <a:srgbClr val="EA4E60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90" name="Google Shape;90;g14643db3440_0_9"/>
          <p:cNvSpPr txBox="1"/>
          <p:nvPr/>
        </p:nvSpPr>
        <p:spPr>
          <a:xfrm>
            <a:off x="565525" y="1785563"/>
            <a:ext cx="7410300" cy="161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4000" b="1">
                <a:solidFill>
                  <a:srgbClr val="EA4E6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Criação e acesso aos dados</a:t>
            </a:r>
            <a:endParaRPr sz="4000" b="1" i="0" u="none" strike="noStrike" cap="none">
              <a:solidFill>
                <a:srgbClr val="EA4E60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pic>
        <p:nvPicPr>
          <p:cNvPr id="91" name="Google Shape;91;g14643db3440_0_9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8127426" y="120127"/>
            <a:ext cx="851525" cy="331432"/>
          </a:xfrm>
          <a:prstGeom prst="rect">
            <a:avLst/>
          </a:prstGeom>
          <a:noFill/>
          <a:ln>
            <a:noFill/>
          </a:ln>
        </p:spPr>
      </p:pic>
      <p:sp>
        <p:nvSpPr>
          <p:cNvPr id="92" name="Google Shape;92;g14643db3440_0_9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lang="en-US"/>
              <a:t>[</a:t>
            </a:r>
            <a:fld id="{00000000-1234-1234-1234-123412341234}" type="slidenum">
              <a:rPr lang="en-US">
                <a:solidFill>
                  <a:srgbClr val="EA4E60"/>
                </a:solidFill>
              </a:rPr>
              <a:t>5</a:t>
            </a:fld>
            <a:r>
              <a:rPr lang="en-US"/>
              <a:t>]</a:t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g14643db3440_0_17"/>
          <p:cNvSpPr txBox="1"/>
          <p:nvPr/>
        </p:nvSpPr>
        <p:spPr>
          <a:xfrm>
            <a:off x="565525" y="1481050"/>
            <a:ext cx="8016900" cy="308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just" rtl="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-US" sz="2400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rPr>
              <a:t>Um dicionário é um conjunto não-ordenado de pares chave:valor, onde as chaves são únicas em uma dada instância do dicionário. Dicionários são delimitados por chaves: {}, e contém uma lista de pares chave:valor separada por vírgulas.</a:t>
            </a:r>
            <a:endParaRPr sz="2400" i="0" u="none" strike="noStrike" cap="none">
              <a:solidFill>
                <a:srgbClr val="040A24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8" name="Google Shape;98;g14643db3440_0_17"/>
          <p:cNvSpPr txBox="1"/>
          <p:nvPr/>
        </p:nvSpPr>
        <p:spPr>
          <a:xfrm>
            <a:off x="563550" y="636550"/>
            <a:ext cx="8016900" cy="84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lang="en-US" sz="4000" b="1">
                <a:solidFill>
                  <a:srgbClr val="EA4E6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Criando dicionários</a:t>
            </a:r>
            <a:endParaRPr sz="4000" b="0" i="0" u="none" strike="noStrike" cap="none">
              <a:solidFill>
                <a:srgbClr val="EA4E60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99" name="Google Shape;99;g14643db3440_0_17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lang="en-US"/>
              <a:t>[</a:t>
            </a:r>
            <a:fld id="{00000000-1234-1234-1234-123412341234}" type="slidenum">
              <a:rPr lang="en-US">
                <a:solidFill>
                  <a:srgbClr val="EA4E60"/>
                </a:solidFill>
              </a:rPr>
              <a:t>6</a:t>
            </a:fld>
            <a:r>
              <a:rPr lang="en-US"/>
              <a:t>]</a:t>
            </a: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g14643db3440_0_23"/>
          <p:cNvSpPr txBox="1"/>
          <p:nvPr/>
        </p:nvSpPr>
        <p:spPr>
          <a:xfrm>
            <a:off x="565525" y="1481050"/>
            <a:ext cx="8016900" cy="308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just" rtl="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2400" b="0" i="0" u="none" strike="noStrike" cap="none">
              <a:solidFill>
                <a:srgbClr val="040A24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5" name="Google Shape;105;g14643db3440_0_23"/>
          <p:cNvSpPr txBox="1"/>
          <p:nvPr/>
        </p:nvSpPr>
        <p:spPr>
          <a:xfrm>
            <a:off x="563550" y="636550"/>
            <a:ext cx="8016900" cy="84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lang="en-US" sz="4000" b="1">
                <a:solidFill>
                  <a:srgbClr val="EA4E6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Exemplo</a:t>
            </a:r>
            <a:endParaRPr sz="4000" b="0" i="0" u="none" strike="noStrike" cap="none">
              <a:solidFill>
                <a:srgbClr val="EA4E60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106" name="Google Shape;106;g14643db3440_0_23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lang="en-US"/>
              <a:t>[</a:t>
            </a:r>
            <a:fld id="{00000000-1234-1234-1234-123412341234}" type="slidenum">
              <a:rPr lang="en-US">
                <a:solidFill>
                  <a:srgbClr val="EA4E60"/>
                </a:solidFill>
              </a:rPr>
              <a:t>7</a:t>
            </a:fld>
            <a:r>
              <a:rPr lang="en-US"/>
              <a:t>]</a:t>
            </a:r>
            <a:endParaRPr/>
          </a:p>
        </p:txBody>
      </p:sp>
      <p:graphicFrame>
        <p:nvGraphicFramePr>
          <p:cNvPr id="107" name="Google Shape;107;g14643db3440_0_23"/>
          <p:cNvGraphicFramePr/>
          <p:nvPr/>
        </p:nvGraphicFramePr>
        <p:xfrm>
          <a:off x="566928" y="1481328"/>
          <a:ext cx="8019300" cy="3081525"/>
        </p:xfrm>
        <a:graphic>
          <a:graphicData uri="http://schemas.openxmlformats.org/drawingml/2006/table">
            <a:tbl>
              <a:tblPr>
                <a:noFill/>
                <a:tableStyleId>{6322E731-7A8A-4888-BF3A-72475743BA48}</a:tableStyleId>
              </a:tblPr>
              <a:tblGrid>
                <a:gridCol w="80193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081525"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pessoa = {</a:t>
                      </a:r>
                      <a:r>
                        <a:rPr lang="en-US">
                          <a:solidFill>
                            <a:srgbClr val="E6DB74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"nome"</a:t>
                      </a: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: </a:t>
                      </a:r>
                      <a:r>
                        <a:rPr lang="en-US">
                          <a:solidFill>
                            <a:srgbClr val="E6DB74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"Guilherme"</a:t>
                      </a: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, </a:t>
                      </a:r>
                      <a:r>
                        <a:rPr lang="en-US">
                          <a:solidFill>
                            <a:srgbClr val="E6DB74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"idade"</a:t>
                      </a: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: </a:t>
                      </a:r>
                      <a:r>
                        <a:rPr lang="en-US">
                          <a:solidFill>
                            <a:srgbClr val="AE81FF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28</a:t>
                      </a: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}</a:t>
                      </a:r>
                      <a:b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</a:br>
                      <a:b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</a:b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pessoa = dict(nome=</a:t>
                      </a:r>
                      <a:r>
                        <a:rPr lang="en-US">
                          <a:solidFill>
                            <a:srgbClr val="E6DB74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"Guilherme"</a:t>
                      </a: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, idade=</a:t>
                      </a:r>
                      <a:r>
                        <a:rPr lang="en-US">
                          <a:solidFill>
                            <a:srgbClr val="AE81FF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28</a:t>
                      </a: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)</a:t>
                      </a:r>
                      <a:b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</a:br>
                      <a:b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</a:b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pessoa[</a:t>
                      </a:r>
                      <a:r>
                        <a:rPr lang="en-US">
                          <a:solidFill>
                            <a:srgbClr val="E6DB74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"telefone"</a:t>
                      </a: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] = </a:t>
                      </a:r>
                      <a:r>
                        <a:rPr lang="en-US">
                          <a:solidFill>
                            <a:srgbClr val="E6DB74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"3333-1234"</a:t>
                      </a: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 </a:t>
                      </a:r>
                      <a:r>
                        <a:rPr lang="en-US">
                          <a:solidFill>
                            <a:srgbClr val="75715E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# {"nome": "Guilherme", "idade": 28, "telefone": "3333-1234"}</a:t>
                      </a:r>
                      <a:endParaRPr>
                        <a:latin typeface="Fira Code"/>
                        <a:ea typeface="Fira Code"/>
                        <a:cs typeface="Fira Code"/>
                        <a:sym typeface="Fira Code"/>
                      </a:endParaRPr>
                    </a:p>
                  </a:txBody>
                  <a:tcPr marL="63500" marR="63500" marT="63500" marB="63500">
                    <a:lnL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23241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g14643db3440_0_30"/>
          <p:cNvSpPr txBox="1"/>
          <p:nvPr/>
        </p:nvSpPr>
        <p:spPr>
          <a:xfrm>
            <a:off x="565525" y="1481050"/>
            <a:ext cx="8016900" cy="308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just" rtl="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-US" sz="2400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rPr>
              <a:t>Os dados são acessados e modificados através da chave.</a:t>
            </a:r>
            <a:endParaRPr sz="2400" i="0" u="none" strike="noStrike" cap="none">
              <a:solidFill>
                <a:srgbClr val="040A24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3" name="Google Shape;113;g14643db3440_0_30"/>
          <p:cNvSpPr txBox="1"/>
          <p:nvPr/>
        </p:nvSpPr>
        <p:spPr>
          <a:xfrm>
            <a:off x="563550" y="636550"/>
            <a:ext cx="8016900" cy="84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lang="en-US" sz="4000" b="1">
                <a:solidFill>
                  <a:srgbClr val="EA4E6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Acesso aos dados</a:t>
            </a:r>
            <a:endParaRPr sz="4000" b="0" i="0" u="none" strike="noStrike" cap="none">
              <a:solidFill>
                <a:srgbClr val="EA4E60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114" name="Google Shape;114;g14643db3440_0_30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lang="en-US"/>
              <a:t>[</a:t>
            </a:r>
            <a:fld id="{00000000-1234-1234-1234-123412341234}" type="slidenum">
              <a:rPr lang="en-US">
                <a:solidFill>
                  <a:srgbClr val="EA4E60"/>
                </a:solidFill>
              </a:rPr>
              <a:t>8</a:t>
            </a:fld>
            <a:r>
              <a:rPr lang="en-US"/>
              <a:t>]</a:t>
            </a:r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Google Shape;119;g14643db3440_0_36"/>
          <p:cNvSpPr txBox="1"/>
          <p:nvPr/>
        </p:nvSpPr>
        <p:spPr>
          <a:xfrm>
            <a:off x="565525" y="1481050"/>
            <a:ext cx="8016900" cy="308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just" rtl="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2400" b="0" i="0" u="none" strike="noStrike" cap="none">
              <a:solidFill>
                <a:srgbClr val="040A24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0" name="Google Shape;120;g14643db3440_0_36"/>
          <p:cNvSpPr txBox="1"/>
          <p:nvPr/>
        </p:nvSpPr>
        <p:spPr>
          <a:xfrm>
            <a:off x="563550" y="636550"/>
            <a:ext cx="8016900" cy="84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lang="en-US" sz="4000" b="1">
                <a:solidFill>
                  <a:srgbClr val="EA4E6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Exemplo</a:t>
            </a:r>
            <a:endParaRPr sz="4000" b="0" i="0" u="none" strike="noStrike" cap="none">
              <a:solidFill>
                <a:srgbClr val="EA4E60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121" name="Google Shape;121;g14643db3440_0_36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lang="en-US"/>
              <a:t>[</a:t>
            </a:r>
            <a:fld id="{00000000-1234-1234-1234-123412341234}" type="slidenum">
              <a:rPr lang="en-US">
                <a:solidFill>
                  <a:srgbClr val="EA4E60"/>
                </a:solidFill>
              </a:rPr>
              <a:t>9</a:t>
            </a:fld>
            <a:r>
              <a:rPr lang="en-US"/>
              <a:t>]</a:t>
            </a:r>
            <a:endParaRPr/>
          </a:p>
        </p:txBody>
      </p:sp>
      <p:graphicFrame>
        <p:nvGraphicFramePr>
          <p:cNvPr id="122" name="Google Shape;122;g14643db3440_0_36"/>
          <p:cNvGraphicFramePr/>
          <p:nvPr/>
        </p:nvGraphicFramePr>
        <p:xfrm>
          <a:off x="566928" y="1481328"/>
          <a:ext cx="8019300" cy="3081525"/>
        </p:xfrm>
        <a:graphic>
          <a:graphicData uri="http://schemas.openxmlformats.org/drawingml/2006/table">
            <a:tbl>
              <a:tblPr>
                <a:noFill/>
                <a:tableStyleId>{6322E731-7A8A-4888-BF3A-72475743BA48}</a:tableStyleId>
              </a:tblPr>
              <a:tblGrid>
                <a:gridCol w="80193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081525"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dados = {</a:t>
                      </a:r>
                      <a:r>
                        <a:rPr lang="en-US">
                          <a:solidFill>
                            <a:srgbClr val="E6DB74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"nome"</a:t>
                      </a: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: </a:t>
                      </a:r>
                      <a:r>
                        <a:rPr lang="en-US">
                          <a:solidFill>
                            <a:srgbClr val="E6DB74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"Guilherme"</a:t>
                      </a: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, </a:t>
                      </a:r>
                      <a:r>
                        <a:rPr lang="en-US">
                          <a:solidFill>
                            <a:srgbClr val="E6DB74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"idade"</a:t>
                      </a: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: </a:t>
                      </a:r>
                      <a:r>
                        <a:rPr lang="en-US">
                          <a:solidFill>
                            <a:srgbClr val="AE81FF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28</a:t>
                      </a: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, </a:t>
                      </a:r>
                      <a:r>
                        <a:rPr lang="en-US">
                          <a:solidFill>
                            <a:srgbClr val="E6DB74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"telefone"</a:t>
                      </a: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: </a:t>
                      </a:r>
                      <a:r>
                        <a:rPr lang="en-US">
                          <a:solidFill>
                            <a:srgbClr val="E6DB74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"3333-1234"</a:t>
                      </a: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}</a:t>
                      </a:r>
                      <a:b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</a:br>
                      <a:b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</a:b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dados[</a:t>
                      </a:r>
                      <a:r>
                        <a:rPr lang="en-US">
                          <a:solidFill>
                            <a:srgbClr val="E6DB74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"nome"</a:t>
                      </a: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]  </a:t>
                      </a:r>
                      <a:r>
                        <a:rPr lang="en-US">
                          <a:solidFill>
                            <a:srgbClr val="75715E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# "Guilherme"</a:t>
                      </a:r>
                      <a:b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</a:b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dados[</a:t>
                      </a:r>
                      <a:r>
                        <a:rPr lang="en-US">
                          <a:solidFill>
                            <a:srgbClr val="E6DB74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"idade"</a:t>
                      </a: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]  </a:t>
                      </a:r>
                      <a:r>
                        <a:rPr lang="en-US">
                          <a:solidFill>
                            <a:srgbClr val="75715E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# 28</a:t>
                      </a:r>
                      <a:b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</a:b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dados[</a:t>
                      </a:r>
                      <a:r>
                        <a:rPr lang="en-US">
                          <a:solidFill>
                            <a:srgbClr val="E6DB74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"telefone"</a:t>
                      </a: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]  </a:t>
                      </a:r>
                      <a:r>
                        <a:rPr lang="en-US">
                          <a:solidFill>
                            <a:srgbClr val="75715E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# "3333-1234"</a:t>
                      </a:r>
                      <a:b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</a:br>
                      <a:b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</a:b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dados[</a:t>
                      </a:r>
                      <a:r>
                        <a:rPr lang="en-US">
                          <a:solidFill>
                            <a:srgbClr val="E6DB74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"nome"</a:t>
                      </a: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] = </a:t>
                      </a:r>
                      <a:r>
                        <a:rPr lang="en-US">
                          <a:solidFill>
                            <a:srgbClr val="E6DB74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"Maria"</a:t>
                      </a:r>
                      <a:b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</a:b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dados[</a:t>
                      </a:r>
                      <a:r>
                        <a:rPr lang="en-US">
                          <a:solidFill>
                            <a:srgbClr val="E6DB74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"idade"</a:t>
                      </a: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] = </a:t>
                      </a:r>
                      <a:r>
                        <a:rPr lang="en-US">
                          <a:solidFill>
                            <a:srgbClr val="AE81FF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18</a:t>
                      </a:r>
                      <a:b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</a:b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dados[</a:t>
                      </a:r>
                      <a:r>
                        <a:rPr lang="en-US">
                          <a:solidFill>
                            <a:srgbClr val="E6DB74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"telefone"</a:t>
                      </a: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] = </a:t>
                      </a:r>
                      <a:r>
                        <a:rPr lang="en-US">
                          <a:solidFill>
                            <a:srgbClr val="E6DB74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"9988-1781"</a:t>
                      </a:r>
                      <a:b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</a:br>
                      <a:b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</a:b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dados  </a:t>
                      </a:r>
                      <a:r>
                        <a:rPr lang="en-US">
                          <a:solidFill>
                            <a:srgbClr val="75715E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# {"nome": "Maria", "idade": 18, "telefone": "9988-1781"}</a:t>
                      </a:r>
                      <a:endParaRPr sz="1400" u="none" strike="noStrike" cap="none">
                        <a:solidFill>
                          <a:srgbClr val="AE81FF"/>
                        </a:solidFill>
                        <a:highlight>
                          <a:srgbClr val="23241F"/>
                        </a:highlight>
                        <a:latin typeface="Fira Code"/>
                        <a:ea typeface="Fira Code"/>
                        <a:cs typeface="Fira Code"/>
                        <a:sym typeface="Fira Code"/>
                      </a:endParaRPr>
                    </a:p>
                  </a:txBody>
                  <a:tcPr marL="63500" marR="63500" marT="63500" marB="63500">
                    <a:lnL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23241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g14643db3440_0_56"/>
          <p:cNvSpPr txBox="1"/>
          <p:nvPr/>
        </p:nvSpPr>
        <p:spPr>
          <a:xfrm>
            <a:off x="565525" y="1481050"/>
            <a:ext cx="8016900" cy="308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just" rtl="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-US" sz="2400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rPr>
              <a:t>Dicionários podem armazenar qualquer tipo de objeto Python como valor, desde que a chave para esse valor seja um objeto imutável como (strings e números).</a:t>
            </a:r>
            <a:endParaRPr sz="2400" i="0" u="none" strike="noStrike" cap="none">
              <a:solidFill>
                <a:srgbClr val="040A24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8" name="Google Shape;128;g14643db3440_0_56"/>
          <p:cNvSpPr txBox="1"/>
          <p:nvPr/>
        </p:nvSpPr>
        <p:spPr>
          <a:xfrm>
            <a:off x="563550" y="636550"/>
            <a:ext cx="8016900" cy="84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lang="en-US" sz="4000" b="1">
                <a:solidFill>
                  <a:srgbClr val="EA4E6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Dicionários aninhados</a:t>
            </a:r>
            <a:endParaRPr sz="4000" b="0" i="0" u="none" strike="noStrike" cap="none">
              <a:solidFill>
                <a:srgbClr val="EA4E60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129" name="Google Shape;129;g14643db3440_0_56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lang="en-US"/>
              <a:t>[</a:t>
            </a:r>
            <a:fld id="{00000000-1234-1234-1234-123412341234}" type="slidenum">
              <a:rPr lang="en-US">
                <a:solidFill>
                  <a:srgbClr val="EA4E60"/>
                </a:solidFill>
              </a:rPr>
              <a:t>10</a:t>
            </a:fld>
            <a:r>
              <a:rPr lang="en-US"/>
              <a:t>]</a:t>
            </a:r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g14643db3440_0_62"/>
          <p:cNvSpPr txBox="1"/>
          <p:nvPr/>
        </p:nvSpPr>
        <p:spPr>
          <a:xfrm>
            <a:off x="565525" y="1481050"/>
            <a:ext cx="8016900" cy="308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just" rtl="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2400" b="0" i="0" u="none" strike="noStrike" cap="none">
              <a:solidFill>
                <a:srgbClr val="040A24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5" name="Google Shape;135;g14643db3440_0_62"/>
          <p:cNvSpPr txBox="1"/>
          <p:nvPr/>
        </p:nvSpPr>
        <p:spPr>
          <a:xfrm>
            <a:off x="563550" y="636550"/>
            <a:ext cx="8016900" cy="84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lang="en-US" sz="4000" b="1">
                <a:solidFill>
                  <a:srgbClr val="EA4E6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Exemplo</a:t>
            </a:r>
            <a:endParaRPr sz="4000" b="0" i="0" u="none" strike="noStrike" cap="none">
              <a:solidFill>
                <a:srgbClr val="EA4E60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136" name="Google Shape;136;g14643db3440_0_62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lang="en-US"/>
              <a:t>[</a:t>
            </a:r>
            <a:fld id="{00000000-1234-1234-1234-123412341234}" type="slidenum">
              <a:rPr lang="en-US">
                <a:solidFill>
                  <a:srgbClr val="EA4E60"/>
                </a:solidFill>
              </a:rPr>
              <a:t>11</a:t>
            </a:fld>
            <a:r>
              <a:rPr lang="en-US"/>
              <a:t>]</a:t>
            </a:r>
            <a:endParaRPr/>
          </a:p>
        </p:txBody>
      </p:sp>
      <p:graphicFrame>
        <p:nvGraphicFramePr>
          <p:cNvPr id="137" name="Google Shape;137;g14643db3440_0_62"/>
          <p:cNvGraphicFramePr/>
          <p:nvPr/>
        </p:nvGraphicFramePr>
        <p:xfrm>
          <a:off x="566928" y="1481328"/>
          <a:ext cx="8019300" cy="3081525"/>
        </p:xfrm>
        <a:graphic>
          <a:graphicData uri="http://schemas.openxmlformats.org/drawingml/2006/table">
            <a:tbl>
              <a:tblPr>
                <a:noFill/>
                <a:tableStyleId>{6322E731-7A8A-4888-BF3A-72475743BA48}</a:tableStyleId>
              </a:tblPr>
              <a:tblGrid>
                <a:gridCol w="80193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081525"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contatos = {</a:t>
                      </a:r>
                      <a:b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</a:b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   </a:t>
                      </a:r>
                      <a:r>
                        <a:rPr lang="en-US">
                          <a:solidFill>
                            <a:srgbClr val="E6DB74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"guilherme@gmail.com"</a:t>
                      </a: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: {</a:t>
                      </a:r>
                      <a:r>
                        <a:rPr lang="en-US">
                          <a:solidFill>
                            <a:srgbClr val="E6DB74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"nome"</a:t>
                      </a: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: </a:t>
                      </a:r>
                      <a:r>
                        <a:rPr lang="en-US">
                          <a:solidFill>
                            <a:srgbClr val="E6DB74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"Guilherme"</a:t>
                      </a: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, </a:t>
                      </a:r>
                      <a:r>
                        <a:rPr lang="en-US">
                          <a:solidFill>
                            <a:srgbClr val="E6DB74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"telefone"</a:t>
                      </a: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: </a:t>
                      </a:r>
                      <a:r>
                        <a:rPr lang="en-US">
                          <a:solidFill>
                            <a:srgbClr val="E6DB74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"3333-2221"</a:t>
                      </a: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},</a:t>
                      </a:r>
                      <a:b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</a:b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   </a:t>
                      </a:r>
                      <a:r>
                        <a:rPr lang="en-US">
                          <a:solidFill>
                            <a:srgbClr val="E6DB74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"giovanna@gmail.com"</a:t>
                      </a: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: {</a:t>
                      </a:r>
                      <a:r>
                        <a:rPr lang="en-US">
                          <a:solidFill>
                            <a:srgbClr val="E6DB74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"nome"</a:t>
                      </a: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: </a:t>
                      </a:r>
                      <a:r>
                        <a:rPr lang="en-US">
                          <a:solidFill>
                            <a:srgbClr val="E6DB74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"Giovanna"</a:t>
                      </a: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, </a:t>
                      </a:r>
                      <a:r>
                        <a:rPr lang="en-US">
                          <a:solidFill>
                            <a:srgbClr val="E6DB74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"telefone"</a:t>
                      </a: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: </a:t>
                      </a:r>
                      <a:r>
                        <a:rPr lang="en-US">
                          <a:solidFill>
                            <a:srgbClr val="E6DB74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"3443-2121"</a:t>
                      </a: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},</a:t>
                      </a:r>
                      <a:b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</a:b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   </a:t>
                      </a:r>
                      <a:r>
                        <a:rPr lang="en-US">
                          <a:solidFill>
                            <a:srgbClr val="E6DB74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"chappie@gmail.com"</a:t>
                      </a: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: {</a:t>
                      </a:r>
                      <a:r>
                        <a:rPr lang="en-US">
                          <a:solidFill>
                            <a:srgbClr val="E6DB74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"nome"</a:t>
                      </a: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: </a:t>
                      </a:r>
                      <a:r>
                        <a:rPr lang="en-US">
                          <a:solidFill>
                            <a:srgbClr val="E6DB74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"Chappie"</a:t>
                      </a: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, </a:t>
                      </a:r>
                      <a:r>
                        <a:rPr lang="en-US">
                          <a:solidFill>
                            <a:srgbClr val="E6DB74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"telefone"</a:t>
                      </a: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: </a:t>
                      </a:r>
                      <a:r>
                        <a:rPr lang="en-US">
                          <a:solidFill>
                            <a:srgbClr val="E6DB74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"3344-9871"</a:t>
                      </a: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},</a:t>
                      </a:r>
                      <a:b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</a:b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   </a:t>
                      </a:r>
                      <a:r>
                        <a:rPr lang="en-US">
                          <a:solidFill>
                            <a:srgbClr val="E6DB74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"melaine@gmail.com"</a:t>
                      </a: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: {</a:t>
                      </a:r>
                      <a:r>
                        <a:rPr lang="en-US">
                          <a:solidFill>
                            <a:srgbClr val="E6DB74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"nome"</a:t>
                      </a: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: </a:t>
                      </a:r>
                      <a:r>
                        <a:rPr lang="en-US">
                          <a:solidFill>
                            <a:srgbClr val="E6DB74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"Melaine"</a:t>
                      </a: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, </a:t>
                      </a:r>
                      <a:r>
                        <a:rPr lang="en-US">
                          <a:solidFill>
                            <a:srgbClr val="E6DB74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"telefone"</a:t>
                      </a: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: </a:t>
                      </a:r>
                      <a:r>
                        <a:rPr lang="en-US">
                          <a:solidFill>
                            <a:srgbClr val="E6DB74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"3333-7766"</a:t>
                      </a: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},</a:t>
                      </a:r>
                      <a:b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</a:b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}</a:t>
                      </a:r>
                      <a:b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</a:br>
                      <a:b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</a:b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contatos[</a:t>
                      </a:r>
                      <a:r>
                        <a:rPr lang="en-US">
                          <a:solidFill>
                            <a:srgbClr val="E6DB74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"giovanna@gmail.com"</a:t>
                      </a: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][</a:t>
                      </a:r>
                      <a:r>
                        <a:rPr lang="en-US">
                          <a:solidFill>
                            <a:srgbClr val="E6DB74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"telefone"</a:t>
                      </a: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]  </a:t>
                      </a:r>
                      <a:r>
                        <a:rPr lang="en-US">
                          <a:solidFill>
                            <a:srgbClr val="75715E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# "3443-2121"</a:t>
                      </a:r>
                      <a:endParaRPr>
                        <a:latin typeface="Fira Code"/>
                        <a:ea typeface="Fira Code"/>
                        <a:cs typeface="Fira Code"/>
                        <a:sym typeface="Fira Code"/>
                      </a:endParaRPr>
                    </a:p>
                  </a:txBody>
                  <a:tcPr marL="63500" marR="63500" marT="63500" marB="63500">
                    <a:lnL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23241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Google Shape;142;g14643db3440_0_82"/>
          <p:cNvSpPr txBox="1"/>
          <p:nvPr/>
        </p:nvSpPr>
        <p:spPr>
          <a:xfrm>
            <a:off x="565525" y="1481050"/>
            <a:ext cx="8016900" cy="308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just" rtl="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-US" sz="2400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rPr>
              <a:t>A forma mais comum para percorrer os dados de um dicionário é utilizando o comando </a:t>
            </a:r>
            <a:r>
              <a:rPr lang="en-US" sz="2400" b="1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rPr>
              <a:t>for</a:t>
            </a:r>
            <a:r>
              <a:rPr lang="en-US" sz="2400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rPr>
              <a:t>.</a:t>
            </a:r>
            <a:endParaRPr sz="2400" i="0" u="none" strike="noStrike" cap="none">
              <a:solidFill>
                <a:srgbClr val="040A24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3" name="Google Shape;143;g14643db3440_0_82"/>
          <p:cNvSpPr txBox="1"/>
          <p:nvPr/>
        </p:nvSpPr>
        <p:spPr>
          <a:xfrm>
            <a:off x="563550" y="636550"/>
            <a:ext cx="8016900" cy="84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lang="en-US" sz="4000" b="1">
                <a:solidFill>
                  <a:srgbClr val="EA4E6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Iterar dicionários</a:t>
            </a:r>
            <a:endParaRPr sz="4000" b="0" i="0" u="none" strike="noStrike" cap="none">
              <a:solidFill>
                <a:srgbClr val="EA4E60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144" name="Google Shape;144;g14643db3440_0_82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lang="en-US"/>
              <a:t>[</a:t>
            </a:r>
            <a:fld id="{00000000-1234-1234-1234-123412341234}" type="slidenum">
              <a:rPr lang="en-US">
                <a:solidFill>
                  <a:srgbClr val="EA4E60"/>
                </a:solidFill>
              </a:rPr>
              <a:t>12</a:t>
            </a:fld>
            <a:r>
              <a:rPr lang="en-US"/>
              <a:t>]</a:t>
            </a:r>
            <a:endParaRPr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g14643db3440_0_88"/>
          <p:cNvSpPr txBox="1"/>
          <p:nvPr/>
        </p:nvSpPr>
        <p:spPr>
          <a:xfrm>
            <a:off x="565525" y="1481050"/>
            <a:ext cx="8016900" cy="308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just" rtl="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2400" b="0" i="0" u="none" strike="noStrike" cap="none">
              <a:solidFill>
                <a:srgbClr val="040A24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0" name="Google Shape;150;g14643db3440_0_88"/>
          <p:cNvSpPr txBox="1"/>
          <p:nvPr/>
        </p:nvSpPr>
        <p:spPr>
          <a:xfrm>
            <a:off x="563550" y="636550"/>
            <a:ext cx="8016900" cy="84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lang="en-US" sz="4000" b="1">
                <a:solidFill>
                  <a:srgbClr val="EA4E6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Exemplo</a:t>
            </a:r>
            <a:endParaRPr sz="4000" b="0" i="0" u="none" strike="noStrike" cap="none">
              <a:solidFill>
                <a:srgbClr val="EA4E60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151" name="Google Shape;151;g14643db3440_0_88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lang="en-US"/>
              <a:t>[</a:t>
            </a:r>
            <a:fld id="{00000000-1234-1234-1234-123412341234}" type="slidenum">
              <a:rPr lang="en-US">
                <a:solidFill>
                  <a:srgbClr val="EA4E60"/>
                </a:solidFill>
              </a:rPr>
              <a:t>13</a:t>
            </a:fld>
            <a:r>
              <a:rPr lang="en-US"/>
              <a:t>]</a:t>
            </a:r>
            <a:endParaRPr/>
          </a:p>
        </p:txBody>
      </p:sp>
      <p:graphicFrame>
        <p:nvGraphicFramePr>
          <p:cNvPr id="152" name="Google Shape;152;g14643db3440_0_88"/>
          <p:cNvGraphicFramePr/>
          <p:nvPr/>
        </p:nvGraphicFramePr>
        <p:xfrm>
          <a:off x="566928" y="1481328"/>
          <a:ext cx="8019300" cy="3081525"/>
        </p:xfrm>
        <a:graphic>
          <a:graphicData uri="http://schemas.openxmlformats.org/drawingml/2006/table">
            <a:tbl>
              <a:tblPr>
                <a:noFill/>
                <a:tableStyleId>{6322E731-7A8A-4888-BF3A-72475743BA48}</a:tableStyleId>
              </a:tblPr>
              <a:tblGrid>
                <a:gridCol w="80193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081525"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>
                          <a:solidFill>
                            <a:srgbClr val="F9267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for</a:t>
                      </a: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chave </a:t>
                      </a:r>
                      <a:r>
                        <a:rPr lang="en-US">
                          <a:solidFill>
                            <a:srgbClr val="F9267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in</a:t>
                      </a: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contatos:</a:t>
                      </a:r>
                      <a:b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</a:b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   print(chave, contatos[chave])</a:t>
                      </a:r>
                      <a:b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</a:br>
                      <a:b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</a:br>
                      <a:r>
                        <a:rPr lang="en-US">
                          <a:solidFill>
                            <a:srgbClr val="F9267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for</a:t>
                      </a: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chave, valor </a:t>
                      </a:r>
                      <a:r>
                        <a:rPr lang="en-US">
                          <a:solidFill>
                            <a:srgbClr val="F9267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in</a:t>
                      </a: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contatos.items():</a:t>
                      </a:r>
                      <a:b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</a:b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	print(chave, valor)</a:t>
                      </a:r>
                      <a:b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</a:br>
                      <a:b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</a:br>
                      <a:r>
                        <a:rPr lang="en-US">
                          <a:solidFill>
                            <a:srgbClr val="75715E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# guilherme@gmail.com {'nome': 'Guilherme', 'telefone': '3333-2221'}</a:t>
                      </a:r>
                      <a:b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</a:br>
                      <a:r>
                        <a:rPr lang="en-US">
                          <a:solidFill>
                            <a:srgbClr val="75715E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# giovanna@gmail.com {'nome': 'Giovanna', 'telefone': '3443-2121'}</a:t>
                      </a:r>
                      <a:b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</a:br>
                      <a:r>
                        <a:rPr lang="en-US">
                          <a:solidFill>
                            <a:srgbClr val="75715E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# chappie@gmail.com {'nome': 'Chappie', 'telefone': '3344-9871'}</a:t>
                      </a:r>
                      <a:b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</a:br>
                      <a:r>
                        <a:rPr lang="en-US">
                          <a:solidFill>
                            <a:srgbClr val="75715E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# melaine@gmail.com {'nome': 'Melaine', 'telefone': '3333-7766'}</a:t>
                      </a:r>
                      <a:b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</a:br>
                      <a:endParaRPr>
                        <a:latin typeface="Fira Code"/>
                        <a:ea typeface="Fira Code"/>
                        <a:cs typeface="Fira Code"/>
                        <a:sym typeface="Fira Code"/>
                      </a:endParaRPr>
                    </a:p>
                  </a:txBody>
                  <a:tcPr marL="63500" marR="63500" marT="63500" marB="63500">
                    <a:lnL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23241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" name="Google Shape;157;g14643db3440_0_108"/>
          <p:cNvSpPr txBox="1"/>
          <p:nvPr/>
        </p:nvSpPr>
        <p:spPr>
          <a:xfrm>
            <a:off x="565525" y="636550"/>
            <a:ext cx="7410300" cy="84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lang="en-US" sz="4000" b="1" i="0" u="none" strike="noStrike" cap="none">
                <a:solidFill>
                  <a:srgbClr val="EA4E6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Percurso</a:t>
            </a:r>
            <a:endParaRPr sz="4000" b="0" i="0" u="none" strike="noStrike" cap="none">
              <a:solidFill>
                <a:srgbClr val="EA4E60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158" name="Google Shape;158;g14643db3440_0_108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lang="en-US"/>
              <a:t>[</a:t>
            </a:r>
            <a:fld id="{00000000-1234-1234-1234-123412341234}" type="slidenum">
              <a:rPr lang="en-US">
                <a:solidFill>
                  <a:srgbClr val="EA4E60"/>
                </a:solidFill>
              </a:rPr>
              <a:t>14</a:t>
            </a:fld>
            <a:r>
              <a:rPr lang="en-US"/>
              <a:t>]</a:t>
            </a:r>
            <a:endParaRPr/>
          </a:p>
        </p:txBody>
      </p:sp>
      <p:sp>
        <p:nvSpPr>
          <p:cNvPr id="159" name="Google Shape;159;g14643db3440_0_108"/>
          <p:cNvSpPr txBox="1"/>
          <p:nvPr/>
        </p:nvSpPr>
        <p:spPr>
          <a:xfrm>
            <a:off x="678554" y="1851730"/>
            <a:ext cx="1380000" cy="576000"/>
          </a:xfrm>
          <a:prstGeom prst="rect">
            <a:avLst/>
          </a:prstGeom>
          <a:solidFill>
            <a:srgbClr val="EA4E6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1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lang="en-US" sz="2800" i="0" strike="sng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Etapa 1</a:t>
            </a:r>
            <a:endParaRPr sz="2800" i="0" strike="sngStrike" cap="none">
              <a:solidFill>
                <a:srgbClr val="595959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0" name="Google Shape;160;g14643db3440_0_108"/>
          <p:cNvSpPr/>
          <p:nvPr/>
        </p:nvSpPr>
        <p:spPr>
          <a:xfrm>
            <a:off x="2262751" y="1908875"/>
            <a:ext cx="61743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457200" marR="0" lvl="0" indent="-4572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-US" sz="2400" strike="sngStrik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rPr>
              <a:t>Criação e acesso aos dados</a:t>
            </a:r>
            <a:endParaRPr sz="2400" i="0" strike="sngStrike" cap="none">
              <a:solidFill>
                <a:srgbClr val="040A24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1" name="Google Shape;161;g14643db3440_0_108"/>
          <p:cNvSpPr txBox="1"/>
          <p:nvPr/>
        </p:nvSpPr>
        <p:spPr>
          <a:xfrm>
            <a:off x="692754" y="2571755"/>
            <a:ext cx="1380000" cy="576000"/>
          </a:xfrm>
          <a:prstGeom prst="rect">
            <a:avLst/>
          </a:prstGeom>
          <a:solidFill>
            <a:srgbClr val="EA4E6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1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lang="en-US" sz="28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Etapa </a:t>
            </a:r>
            <a:r>
              <a:rPr lang="en-US" sz="2800" b="1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 sz="2800" b="1" i="0" u="none" strike="noStrike" cap="none">
              <a:solidFill>
                <a:srgbClr val="595959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2" name="Google Shape;162;g14643db3440_0_108"/>
          <p:cNvSpPr/>
          <p:nvPr/>
        </p:nvSpPr>
        <p:spPr>
          <a:xfrm>
            <a:off x="2276951" y="2628900"/>
            <a:ext cx="61743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457200" marR="0" lvl="0" indent="-4572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-US" sz="2400" b="1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rPr>
              <a:t>Métodos da classe dict</a:t>
            </a:r>
            <a:endParaRPr sz="2400" b="1" i="0" u="none" strike="noStrike" cap="none">
              <a:solidFill>
                <a:srgbClr val="040A24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7282C"/>
        </a:solidFill>
        <a:effectLst/>
      </p:bgPr>
    </p:bg>
    <p:spTree>
      <p:nvGrpSpPr>
        <p:cNvPr id="1" name="Shape 1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" name="Google Shape;167;g14643db3440_0_117"/>
          <p:cNvSpPr txBox="1"/>
          <p:nvPr/>
        </p:nvSpPr>
        <p:spPr>
          <a:xfrm>
            <a:off x="565525" y="3829263"/>
            <a:ext cx="7410300" cy="39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endParaRPr sz="1400" b="1" i="0" u="none" strike="noStrike" cap="none">
              <a:solidFill>
                <a:srgbClr val="A5A5A5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8" name="Google Shape;168;g14643db3440_0_117"/>
          <p:cNvSpPr txBox="1"/>
          <p:nvPr/>
        </p:nvSpPr>
        <p:spPr>
          <a:xfrm>
            <a:off x="565523" y="870463"/>
            <a:ext cx="7410300" cy="48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lang="en-US" sz="2400" b="1" i="0" u="none" strike="noStrike" cap="none">
                <a:solidFill>
                  <a:srgbClr val="EA4E6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Etapa </a:t>
            </a:r>
            <a:r>
              <a:rPr lang="en-US" sz="2400" b="1">
                <a:solidFill>
                  <a:srgbClr val="EA4E6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2</a:t>
            </a:r>
            <a:endParaRPr sz="2400" b="0" i="0" u="none" strike="noStrike" cap="none">
              <a:solidFill>
                <a:srgbClr val="EA4E60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169" name="Google Shape;169;g14643db3440_0_117"/>
          <p:cNvSpPr txBox="1"/>
          <p:nvPr/>
        </p:nvSpPr>
        <p:spPr>
          <a:xfrm>
            <a:off x="565525" y="1785563"/>
            <a:ext cx="7410300" cy="161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4000" b="1">
                <a:solidFill>
                  <a:srgbClr val="EA4E6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Métodos da classe dict</a:t>
            </a:r>
            <a:endParaRPr sz="4000" b="1" i="0" u="none" strike="noStrike" cap="none">
              <a:solidFill>
                <a:srgbClr val="EA4E60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pic>
        <p:nvPicPr>
          <p:cNvPr id="170" name="Google Shape;170;g14643db3440_0_117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8127426" y="120127"/>
            <a:ext cx="851525" cy="331432"/>
          </a:xfrm>
          <a:prstGeom prst="rect">
            <a:avLst/>
          </a:prstGeom>
          <a:noFill/>
          <a:ln>
            <a:noFill/>
          </a:ln>
        </p:spPr>
      </p:pic>
      <p:sp>
        <p:nvSpPr>
          <p:cNvPr id="171" name="Google Shape;171;g14643db3440_0_117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lang="en-US"/>
              <a:t>[</a:t>
            </a:r>
            <a:fld id="{00000000-1234-1234-1234-123412341234}" type="slidenum">
              <a:rPr lang="en-US">
                <a:solidFill>
                  <a:srgbClr val="EA4E60"/>
                </a:solidFill>
              </a:rPr>
              <a:t>15</a:t>
            </a:fld>
            <a:r>
              <a:rPr lang="en-US"/>
              <a:t>]</a:t>
            </a:r>
            <a:endParaRPr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1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" name="Google Shape;176;g14643db3440_0_125"/>
          <p:cNvSpPr txBox="1"/>
          <p:nvPr/>
        </p:nvSpPr>
        <p:spPr>
          <a:xfrm>
            <a:off x="565525" y="1481050"/>
            <a:ext cx="8016900" cy="308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just" rtl="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2400" b="0" i="0" u="none" strike="noStrike" cap="none">
              <a:solidFill>
                <a:srgbClr val="040A24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7" name="Google Shape;177;g14643db3440_0_125"/>
          <p:cNvSpPr txBox="1"/>
          <p:nvPr/>
        </p:nvSpPr>
        <p:spPr>
          <a:xfrm>
            <a:off x="563550" y="636550"/>
            <a:ext cx="8016900" cy="84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lang="en-US" sz="4000" b="1">
                <a:solidFill>
                  <a:srgbClr val="EA4E6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{}.clear</a:t>
            </a:r>
            <a:endParaRPr sz="4000" b="0" i="0" u="none" strike="noStrike" cap="none">
              <a:solidFill>
                <a:srgbClr val="EA4E60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178" name="Google Shape;178;g14643db3440_0_125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lang="en-US"/>
              <a:t>[</a:t>
            </a:r>
            <a:fld id="{00000000-1234-1234-1234-123412341234}" type="slidenum">
              <a:rPr lang="en-US">
                <a:solidFill>
                  <a:srgbClr val="EA4E60"/>
                </a:solidFill>
              </a:rPr>
              <a:t>16</a:t>
            </a:fld>
            <a:r>
              <a:rPr lang="en-US"/>
              <a:t>]</a:t>
            </a:r>
            <a:endParaRPr/>
          </a:p>
        </p:txBody>
      </p:sp>
      <p:graphicFrame>
        <p:nvGraphicFramePr>
          <p:cNvPr id="179" name="Google Shape;179;g14643db3440_0_125"/>
          <p:cNvGraphicFramePr/>
          <p:nvPr/>
        </p:nvGraphicFramePr>
        <p:xfrm>
          <a:off x="566928" y="1481328"/>
          <a:ext cx="8019300" cy="3081525"/>
        </p:xfrm>
        <a:graphic>
          <a:graphicData uri="http://schemas.openxmlformats.org/drawingml/2006/table">
            <a:tbl>
              <a:tblPr>
                <a:noFill/>
                <a:tableStyleId>{6322E731-7A8A-4888-BF3A-72475743BA48}</a:tableStyleId>
              </a:tblPr>
              <a:tblGrid>
                <a:gridCol w="80193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081525"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contatos = {</a:t>
                      </a:r>
                      <a:b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</a:b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   </a:t>
                      </a:r>
                      <a:r>
                        <a:rPr lang="en-US">
                          <a:solidFill>
                            <a:srgbClr val="E6DB74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"guilherme@gmail.com"</a:t>
                      </a: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: {</a:t>
                      </a:r>
                      <a:r>
                        <a:rPr lang="en-US">
                          <a:solidFill>
                            <a:srgbClr val="E6DB74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"nome"</a:t>
                      </a: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: </a:t>
                      </a:r>
                      <a:r>
                        <a:rPr lang="en-US">
                          <a:solidFill>
                            <a:srgbClr val="E6DB74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"Guilherme"</a:t>
                      </a: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, </a:t>
                      </a:r>
                      <a:r>
                        <a:rPr lang="en-US">
                          <a:solidFill>
                            <a:srgbClr val="E6DB74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"telefone"</a:t>
                      </a: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: </a:t>
                      </a:r>
                      <a:r>
                        <a:rPr lang="en-US">
                          <a:solidFill>
                            <a:srgbClr val="E6DB74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"3333-2221"</a:t>
                      </a: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},</a:t>
                      </a:r>
                      <a:b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</a:b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   </a:t>
                      </a:r>
                      <a:r>
                        <a:rPr lang="en-US">
                          <a:solidFill>
                            <a:srgbClr val="E6DB74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"giovanna@gmail.com"</a:t>
                      </a: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: {</a:t>
                      </a:r>
                      <a:r>
                        <a:rPr lang="en-US">
                          <a:solidFill>
                            <a:srgbClr val="E6DB74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"nome"</a:t>
                      </a: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: </a:t>
                      </a:r>
                      <a:r>
                        <a:rPr lang="en-US">
                          <a:solidFill>
                            <a:srgbClr val="E6DB74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"Giovanna"</a:t>
                      </a: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, </a:t>
                      </a:r>
                      <a:r>
                        <a:rPr lang="en-US">
                          <a:solidFill>
                            <a:srgbClr val="E6DB74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"telefone"</a:t>
                      </a: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: </a:t>
                      </a:r>
                      <a:r>
                        <a:rPr lang="en-US">
                          <a:solidFill>
                            <a:srgbClr val="E6DB74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"3443-2121"</a:t>
                      </a: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},</a:t>
                      </a:r>
                      <a:b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</a:b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   </a:t>
                      </a:r>
                      <a:r>
                        <a:rPr lang="en-US">
                          <a:solidFill>
                            <a:srgbClr val="E6DB74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"chappie@gmail.com"</a:t>
                      </a: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: {</a:t>
                      </a:r>
                      <a:r>
                        <a:rPr lang="en-US">
                          <a:solidFill>
                            <a:srgbClr val="E6DB74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"nome"</a:t>
                      </a: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: </a:t>
                      </a:r>
                      <a:r>
                        <a:rPr lang="en-US">
                          <a:solidFill>
                            <a:srgbClr val="E6DB74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"Chappie"</a:t>
                      </a: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, </a:t>
                      </a:r>
                      <a:r>
                        <a:rPr lang="en-US">
                          <a:solidFill>
                            <a:srgbClr val="E6DB74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"telefone"</a:t>
                      </a: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: </a:t>
                      </a:r>
                      <a:r>
                        <a:rPr lang="en-US">
                          <a:solidFill>
                            <a:srgbClr val="E6DB74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"3344-9871"</a:t>
                      </a: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},</a:t>
                      </a:r>
                      <a:b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</a:b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   </a:t>
                      </a:r>
                      <a:r>
                        <a:rPr lang="en-US">
                          <a:solidFill>
                            <a:srgbClr val="E6DB74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"melaine@gmail.com"</a:t>
                      </a: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: {</a:t>
                      </a:r>
                      <a:r>
                        <a:rPr lang="en-US">
                          <a:solidFill>
                            <a:srgbClr val="E6DB74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"nome"</a:t>
                      </a: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: </a:t>
                      </a:r>
                      <a:r>
                        <a:rPr lang="en-US">
                          <a:solidFill>
                            <a:srgbClr val="E6DB74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"Melaine"</a:t>
                      </a: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, </a:t>
                      </a:r>
                      <a:r>
                        <a:rPr lang="en-US">
                          <a:solidFill>
                            <a:srgbClr val="E6DB74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"telefone"</a:t>
                      </a: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: </a:t>
                      </a:r>
                      <a:r>
                        <a:rPr lang="en-US">
                          <a:solidFill>
                            <a:srgbClr val="E6DB74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"3333-7766"</a:t>
                      </a: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},</a:t>
                      </a:r>
                      <a:b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</a:b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}</a:t>
                      </a:r>
                      <a:b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</a:br>
                      <a:b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</a:b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contatos.clear()</a:t>
                      </a:r>
                      <a:b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</a:b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contatos  </a:t>
                      </a:r>
                      <a:r>
                        <a:rPr lang="en-US">
                          <a:solidFill>
                            <a:srgbClr val="75715E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# {}</a:t>
                      </a:r>
                      <a:endParaRPr>
                        <a:latin typeface="Fira Code"/>
                        <a:ea typeface="Fira Code"/>
                        <a:cs typeface="Fira Code"/>
                        <a:sym typeface="Fira Code"/>
                      </a:endParaRPr>
                    </a:p>
                  </a:txBody>
                  <a:tcPr marL="63500" marR="63500" marT="63500" marB="63500">
                    <a:lnL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23241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1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" name="Google Shape;184;g14643db3440_0_132"/>
          <p:cNvSpPr txBox="1"/>
          <p:nvPr/>
        </p:nvSpPr>
        <p:spPr>
          <a:xfrm>
            <a:off x="565525" y="1481050"/>
            <a:ext cx="8016900" cy="308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just" rtl="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2400" b="0" i="0" u="none" strike="noStrike" cap="none">
              <a:solidFill>
                <a:srgbClr val="040A24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5" name="Google Shape;185;g14643db3440_0_132"/>
          <p:cNvSpPr txBox="1"/>
          <p:nvPr/>
        </p:nvSpPr>
        <p:spPr>
          <a:xfrm>
            <a:off x="563550" y="636550"/>
            <a:ext cx="8016900" cy="84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lang="en-US" sz="4000" b="1">
                <a:solidFill>
                  <a:srgbClr val="EA4E6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{}.copy</a:t>
            </a:r>
            <a:endParaRPr sz="4000" b="0" i="0" u="none" strike="noStrike" cap="none">
              <a:solidFill>
                <a:srgbClr val="EA4E60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186" name="Google Shape;186;g14643db3440_0_132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lang="en-US"/>
              <a:t>[</a:t>
            </a:r>
            <a:fld id="{00000000-1234-1234-1234-123412341234}" type="slidenum">
              <a:rPr lang="en-US">
                <a:solidFill>
                  <a:srgbClr val="EA4E60"/>
                </a:solidFill>
              </a:rPr>
              <a:t>17</a:t>
            </a:fld>
            <a:r>
              <a:rPr lang="en-US"/>
              <a:t>]</a:t>
            </a:r>
            <a:endParaRPr/>
          </a:p>
        </p:txBody>
      </p:sp>
      <p:graphicFrame>
        <p:nvGraphicFramePr>
          <p:cNvPr id="187" name="Google Shape;187;g14643db3440_0_132"/>
          <p:cNvGraphicFramePr/>
          <p:nvPr/>
        </p:nvGraphicFramePr>
        <p:xfrm>
          <a:off x="566928" y="1481328"/>
          <a:ext cx="8019300" cy="3081525"/>
        </p:xfrm>
        <a:graphic>
          <a:graphicData uri="http://schemas.openxmlformats.org/drawingml/2006/table">
            <a:tbl>
              <a:tblPr>
                <a:noFill/>
                <a:tableStyleId>{6322E731-7A8A-4888-BF3A-72475743BA48}</a:tableStyleId>
              </a:tblPr>
              <a:tblGrid>
                <a:gridCol w="80193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081525"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contatos = {</a:t>
                      </a:r>
                      <a:b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</a:b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   </a:t>
                      </a:r>
                      <a:r>
                        <a:rPr lang="en-US">
                          <a:solidFill>
                            <a:srgbClr val="E6DB74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"guilherme@gmail.com"</a:t>
                      </a: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: {</a:t>
                      </a:r>
                      <a:r>
                        <a:rPr lang="en-US">
                          <a:solidFill>
                            <a:srgbClr val="E6DB74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"nome"</a:t>
                      </a: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: </a:t>
                      </a:r>
                      <a:r>
                        <a:rPr lang="en-US">
                          <a:solidFill>
                            <a:srgbClr val="E6DB74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"Guilherme"</a:t>
                      </a: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, </a:t>
                      </a:r>
                      <a:r>
                        <a:rPr lang="en-US">
                          <a:solidFill>
                            <a:srgbClr val="E6DB74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"telefone"</a:t>
                      </a: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: </a:t>
                      </a:r>
                      <a:r>
                        <a:rPr lang="en-US">
                          <a:solidFill>
                            <a:srgbClr val="E6DB74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"3333-2221"</a:t>
                      </a: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}</a:t>
                      </a:r>
                      <a:b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</a:b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}</a:t>
                      </a:r>
                      <a:b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</a:br>
                      <a:b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</a:b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copia = contatos.copy()</a:t>
                      </a:r>
                      <a:b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</a:b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copia[</a:t>
                      </a:r>
                      <a:r>
                        <a:rPr lang="en-US">
                          <a:solidFill>
                            <a:srgbClr val="E6DB74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"guilherme@gmail.com"</a:t>
                      </a: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] = {</a:t>
                      </a:r>
                      <a:r>
                        <a:rPr lang="en-US">
                          <a:solidFill>
                            <a:srgbClr val="E6DB74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"nome"</a:t>
                      </a: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: </a:t>
                      </a:r>
                      <a:r>
                        <a:rPr lang="en-US">
                          <a:solidFill>
                            <a:srgbClr val="E6DB74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"Gui"</a:t>
                      </a: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}</a:t>
                      </a:r>
                      <a:b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</a:br>
                      <a:b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</a:b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contatos[</a:t>
                      </a:r>
                      <a:r>
                        <a:rPr lang="en-US">
                          <a:solidFill>
                            <a:srgbClr val="E6DB74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"guilherme@gmail.com"</a:t>
                      </a: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]  </a:t>
                      </a:r>
                      <a:r>
                        <a:rPr lang="en-US">
                          <a:solidFill>
                            <a:srgbClr val="75715E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# {"nome": "Guilherme", "telefone": "3333-2221"}</a:t>
                      </a:r>
                      <a:b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</a:b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copia[</a:t>
                      </a:r>
                      <a:r>
                        <a:rPr lang="en-US">
                          <a:solidFill>
                            <a:srgbClr val="E6DB74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"guilherme@gmail.com"</a:t>
                      </a: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]  </a:t>
                      </a:r>
                      <a:r>
                        <a:rPr lang="en-US">
                          <a:solidFill>
                            <a:srgbClr val="75715E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# {"nome": "Gui"}</a:t>
                      </a:r>
                      <a:endParaRPr>
                        <a:latin typeface="Fira Code"/>
                        <a:ea typeface="Fira Code"/>
                        <a:cs typeface="Fira Code"/>
                        <a:sym typeface="Fira Code"/>
                      </a:endParaRPr>
                    </a:p>
                  </a:txBody>
                  <a:tcPr marL="63500" marR="63500" marT="63500" marB="63500">
                    <a:lnL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23241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1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2" name="Google Shape;192;g14643db3440_0_203"/>
          <p:cNvSpPr txBox="1"/>
          <p:nvPr/>
        </p:nvSpPr>
        <p:spPr>
          <a:xfrm>
            <a:off x="565525" y="1481050"/>
            <a:ext cx="8016900" cy="308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just" rtl="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2400" b="0" i="0" u="none" strike="noStrike" cap="none">
              <a:solidFill>
                <a:srgbClr val="040A24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3" name="Google Shape;193;g14643db3440_0_203"/>
          <p:cNvSpPr txBox="1"/>
          <p:nvPr/>
        </p:nvSpPr>
        <p:spPr>
          <a:xfrm>
            <a:off x="563550" y="636550"/>
            <a:ext cx="8016900" cy="84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lang="en-US" sz="4000" b="1">
                <a:solidFill>
                  <a:srgbClr val="EA4E6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{}.fromkeys</a:t>
            </a:r>
            <a:endParaRPr sz="4000" b="0" i="0" u="none" strike="noStrike" cap="none">
              <a:solidFill>
                <a:srgbClr val="EA4E60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194" name="Google Shape;194;g14643db3440_0_203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[</a:t>
            </a:r>
            <a:fld id="{00000000-1234-1234-1234-123412341234}" type="slidenum">
              <a:rPr lang="en-US">
                <a:solidFill>
                  <a:srgbClr val="EA4E60"/>
                </a:solidFill>
              </a:rPr>
              <a:t>18</a:t>
            </a:fld>
            <a:r>
              <a:rPr lang="en-US"/>
              <a:t>]</a:t>
            </a:r>
            <a:endParaRPr/>
          </a:p>
        </p:txBody>
      </p:sp>
      <p:graphicFrame>
        <p:nvGraphicFramePr>
          <p:cNvPr id="195" name="Google Shape;195;g14643db3440_0_203"/>
          <p:cNvGraphicFramePr/>
          <p:nvPr/>
        </p:nvGraphicFramePr>
        <p:xfrm>
          <a:off x="566928" y="1481328"/>
          <a:ext cx="8019300" cy="3081525"/>
        </p:xfrm>
        <a:graphic>
          <a:graphicData uri="http://schemas.openxmlformats.org/drawingml/2006/table">
            <a:tbl>
              <a:tblPr>
                <a:noFill/>
                <a:tableStyleId>{6322E731-7A8A-4888-BF3A-72475743BA48}</a:tableStyleId>
              </a:tblPr>
              <a:tblGrid>
                <a:gridCol w="80193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081525"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dict.fromkeys([</a:t>
                      </a:r>
                      <a:r>
                        <a:rPr lang="en-US">
                          <a:solidFill>
                            <a:srgbClr val="E6DB74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"nome"</a:t>
                      </a: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, </a:t>
                      </a:r>
                      <a:r>
                        <a:rPr lang="en-US">
                          <a:solidFill>
                            <a:srgbClr val="E6DB74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"telefone"</a:t>
                      </a: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])  </a:t>
                      </a:r>
                      <a:r>
                        <a:rPr lang="en-US">
                          <a:solidFill>
                            <a:srgbClr val="75715E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# {"nome": None, "telefone": None}</a:t>
                      </a:r>
                      <a:b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</a:br>
                      <a:b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</a:b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dict.fromkeys([</a:t>
                      </a:r>
                      <a:r>
                        <a:rPr lang="en-US">
                          <a:solidFill>
                            <a:srgbClr val="E6DB74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"nome"</a:t>
                      </a: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, </a:t>
                      </a:r>
                      <a:r>
                        <a:rPr lang="en-US">
                          <a:solidFill>
                            <a:srgbClr val="E6DB74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"telefone"</a:t>
                      </a: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], </a:t>
                      </a:r>
                      <a:r>
                        <a:rPr lang="en-US">
                          <a:solidFill>
                            <a:srgbClr val="E6DB74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"vazio"</a:t>
                      </a: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)  </a:t>
                      </a:r>
                      <a:r>
                        <a:rPr lang="en-US">
                          <a:solidFill>
                            <a:srgbClr val="75715E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# {"nome": "vazio", "telefone": "vazio"}</a:t>
                      </a:r>
                      <a:endParaRPr>
                        <a:latin typeface="Fira Code"/>
                        <a:ea typeface="Fira Code"/>
                        <a:cs typeface="Fira Code"/>
                        <a:sym typeface="Fira Code"/>
                      </a:endParaRPr>
                    </a:p>
                  </a:txBody>
                  <a:tcPr marL="63500" marR="63500" marT="63500" marB="63500">
                    <a:lnL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23241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1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" name="Google Shape;200;g14643db3440_0_210"/>
          <p:cNvSpPr txBox="1"/>
          <p:nvPr/>
        </p:nvSpPr>
        <p:spPr>
          <a:xfrm>
            <a:off x="565525" y="1481050"/>
            <a:ext cx="8016900" cy="308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just" rtl="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2400" b="0" i="0" u="none" strike="noStrike" cap="none">
              <a:solidFill>
                <a:srgbClr val="040A24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1" name="Google Shape;201;g14643db3440_0_210"/>
          <p:cNvSpPr txBox="1"/>
          <p:nvPr/>
        </p:nvSpPr>
        <p:spPr>
          <a:xfrm>
            <a:off x="563550" y="636550"/>
            <a:ext cx="8016900" cy="84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lang="en-US" sz="4000" b="1">
                <a:solidFill>
                  <a:srgbClr val="EA4E6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{}.get</a:t>
            </a:r>
            <a:endParaRPr sz="4000" b="0" i="0" u="none" strike="noStrike" cap="none">
              <a:solidFill>
                <a:srgbClr val="EA4E60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202" name="Google Shape;202;g14643db3440_0_210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[</a:t>
            </a:r>
            <a:fld id="{00000000-1234-1234-1234-123412341234}" type="slidenum">
              <a:rPr lang="en-US">
                <a:solidFill>
                  <a:srgbClr val="EA4E60"/>
                </a:solidFill>
              </a:rPr>
              <a:t>19</a:t>
            </a:fld>
            <a:r>
              <a:rPr lang="en-US"/>
              <a:t>]</a:t>
            </a:r>
            <a:endParaRPr/>
          </a:p>
        </p:txBody>
      </p:sp>
      <p:graphicFrame>
        <p:nvGraphicFramePr>
          <p:cNvPr id="203" name="Google Shape;203;g14643db3440_0_210"/>
          <p:cNvGraphicFramePr/>
          <p:nvPr/>
        </p:nvGraphicFramePr>
        <p:xfrm>
          <a:off x="566928" y="1481328"/>
          <a:ext cx="8019300" cy="3081525"/>
        </p:xfrm>
        <a:graphic>
          <a:graphicData uri="http://schemas.openxmlformats.org/drawingml/2006/table">
            <a:tbl>
              <a:tblPr>
                <a:noFill/>
                <a:tableStyleId>{6322E731-7A8A-4888-BF3A-72475743BA48}</a:tableStyleId>
              </a:tblPr>
              <a:tblGrid>
                <a:gridCol w="80193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081525"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contatos = {</a:t>
                      </a:r>
                      <a:b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</a:b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   </a:t>
                      </a:r>
                      <a:r>
                        <a:rPr lang="en-US">
                          <a:solidFill>
                            <a:srgbClr val="E6DB74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"guilherme@gmail.com"</a:t>
                      </a: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: {</a:t>
                      </a:r>
                      <a:r>
                        <a:rPr lang="en-US">
                          <a:solidFill>
                            <a:srgbClr val="E6DB74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"nome"</a:t>
                      </a: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: </a:t>
                      </a:r>
                      <a:r>
                        <a:rPr lang="en-US">
                          <a:solidFill>
                            <a:srgbClr val="E6DB74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"Guilherme"</a:t>
                      </a: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, </a:t>
                      </a:r>
                      <a:r>
                        <a:rPr lang="en-US">
                          <a:solidFill>
                            <a:srgbClr val="E6DB74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"telefone"</a:t>
                      </a: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: </a:t>
                      </a:r>
                      <a:r>
                        <a:rPr lang="en-US">
                          <a:solidFill>
                            <a:srgbClr val="E6DB74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"3333-2221"</a:t>
                      </a: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}</a:t>
                      </a:r>
                      <a:b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</a:b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}</a:t>
                      </a:r>
                      <a:b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</a:br>
                      <a:b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</a:b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contatos[</a:t>
                      </a:r>
                      <a:r>
                        <a:rPr lang="en-US">
                          <a:solidFill>
                            <a:srgbClr val="E6DB74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"chave"</a:t>
                      </a: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]  </a:t>
                      </a:r>
                      <a:r>
                        <a:rPr lang="en-US">
                          <a:solidFill>
                            <a:srgbClr val="75715E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# KeyError</a:t>
                      </a:r>
                      <a:endParaRPr>
                        <a:solidFill>
                          <a:srgbClr val="75715E"/>
                        </a:solidFill>
                        <a:highlight>
                          <a:srgbClr val="23241F"/>
                        </a:highlight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b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</a:b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contatos.get(</a:t>
                      </a:r>
                      <a:r>
                        <a:rPr lang="en-US">
                          <a:solidFill>
                            <a:srgbClr val="E6DB74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"chave"</a:t>
                      </a: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)  </a:t>
                      </a:r>
                      <a:r>
                        <a:rPr lang="en-US">
                          <a:solidFill>
                            <a:srgbClr val="75715E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# None</a:t>
                      </a:r>
                      <a:b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</a:b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contatos.get(</a:t>
                      </a:r>
                      <a:r>
                        <a:rPr lang="en-US">
                          <a:solidFill>
                            <a:srgbClr val="E6DB74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"chave"</a:t>
                      </a: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, {})  </a:t>
                      </a:r>
                      <a:r>
                        <a:rPr lang="en-US">
                          <a:solidFill>
                            <a:srgbClr val="75715E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# {}</a:t>
                      </a:r>
                      <a:b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</a:b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contatos.get(</a:t>
                      </a:r>
                      <a:r>
                        <a:rPr lang="en-US">
                          <a:solidFill>
                            <a:srgbClr val="E6DB74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"guilherme@gmail.com"</a:t>
                      </a: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, {})  </a:t>
                      </a:r>
                      <a:r>
                        <a:rPr lang="en-US">
                          <a:solidFill>
                            <a:srgbClr val="75715E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# {"guilherme@gmail.com": {"nome": "Guilherme", "telefone": "3333-2221"}</a:t>
                      </a:r>
                      <a:endParaRPr>
                        <a:latin typeface="Fira Code"/>
                        <a:ea typeface="Fira Code"/>
                        <a:cs typeface="Fira Code"/>
                        <a:sym typeface="Fira Code"/>
                      </a:endParaRPr>
                    </a:p>
                  </a:txBody>
                  <a:tcPr marL="63500" marR="63500" marT="63500" marB="63500">
                    <a:lnL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23241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2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8" name="Google Shape;208;g14643db3440_0_217"/>
          <p:cNvSpPr txBox="1"/>
          <p:nvPr/>
        </p:nvSpPr>
        <p:spPr>
          <a:xfrm>
            <a:off x="565525" y="1481050"/>
            <a:ext cx="8016900" cy="308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just" rtl="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2400" b="0" i="0" u="none" strike="noStrike" cap="none">
              <a:solidFill>
                <a:srgbClr val="040A24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9" name="Google Shape;209;g14643db3440_0_217"/>
          <p:cNvSpPr txBox="1"/>
          <p:nvPr/>
        </p:nvSpPr>
        <p:spPr>
          <a:xfrm>
            <a:off x="563550" y="636550"/>
            <a:ext cx="8016900" cy="84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lang="en-US" sz="4000" b="1">
                <a:solidFill>
                  <a:srgbClr val="EA4E6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{}.items</a:t>
            </a:r>
            <a:endParaRPr sz="4000" b="0" i="0" u="none" strike="noStrike" cap="none">
              <a:solidFill>
                <a:srgbClr val="EA4E60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210" name="Google Shape;210;g14643db3440_0_217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[</a:t>
            </a:r>
            <a:fld id="{00000000-1234-1234-1234-123412341234}" type="slidenum">
              <a:rPr lang="en-US">
                <a:solidFill>
                  <a:srgbClr val="EA4E60"/>
                </a:solidFill>
              </a:rPr>
              <a:t>20</a:t>
            </a:fld>
            <a:r>
              <a:rPr lang="en-US"/>
              <a:t>]</a:t>
            </a:r>
            <a:endParaRPr/>
          </a:p>
        </p:txBody>
      </p:sp>
      <p:graphicFrame>
        <p:nvGraphicFramePr>
          <p:cNvPr id="211" name="Google Shape;211;g14643db3440_0_217"/>
          <p:cNvGraphicFramePr/>
          <p:nvPr/>
        </p:nvGraphicFramePr>
        <p:xfrm>
          <a:off x="566928" y="1481328"/>
          <a:ext cx="8019300" cy="3081525"/>
        </p:xfrm>
        <a:graphic>
          <a:graphicData uri="http://schemas.openxmlformats.org/drawingml/2006/table">
            <a:tbl>
              <a:tblPr>
                <a:noFill/>
                <a:tableStyleId>{6322E731-7A8A-4888-BF3A-72475743BA48}</a:tableStyleId>
              </a:tblPr>
              <a:tblGrid>
                <a:gridCol w="80193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081525"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contatos = {</a:t>
                      </a:r>
                      <a:b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</a:b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   </a:t>
                      </a:r>
                      <a:r>
                        <a:rPr lang="en-US">
                          <a:solidFill>
                            <a:srgbClr val="E6DB74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"guilherme@gmail.com"</a:t>
                      </a: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: {</a:t>
                      </a:r>
                      <a:r>
                        <a:rPr lang="en-US">
                          <a:solidFill>
                            <a:srgbClr val="E6DB74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"nome"</a:t>
                      </a: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: </a:t>
                      </a:r>
                      <a:r>
                        <a:rPr lang="en-US">
                          <a:solidFill>
                            <a:srgbClr val="E6DB74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"Guilherme"</a:t>
                      </a: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,</a:t>
                      </a:r>
                      <a:r>
                        <a:rPr lang="en-US">
                          <a:solidFill>
                            <a:srgbClr val="E6DB74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"telefone"</a:t>
                      </a: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: </a:t>
                      </a:r>
                      <a:r>
                        <a:rPr lang="en-US">
                          <a:solidFill>
                            <a:srgbClr val="E6DB74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"3333-2221"</a:t>
                      </a: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}</a:t>
                      </a:r>
                      <a:b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</a:b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}</a:t>
                      </a:r>
                      <a:b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</a:br>
                      <a:b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</a:b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contatos.items()  </a:t>
                      </a:r>
                      <a:r>
                        <a:rPr lang="en-US">
                          <a:solidFill>
                            <a:srgbClr val="75715E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# dict_items([('guilherme@gmail.com', {'nome': 'Guilherme', 'telefone': '3333-2221'})])</a:t>
                      </a:r>
                      <a:endParaRPr>
                        <a:latin typeface="Fira Code"/>
                        <a:ea typeface="Fira Code"/>
                        <a:cs typeface="Fira Code"/>
                        <a:sym typeface="Fira Code"/>
                      </a:endParaRPr>
                    </a:p>
                  </a:txBody>
                  <a:tcPr marL="63500" marR="63500" marT="63500" marB="63500">
                    <a:lnL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23241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2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6" name="Google Shape;216;g14643db3440_0_224"/>
          <p:cNvSpPr txBox="1"/>
          <p:nvPr/>
        </p:nvSpPr>
        <p:spPr>
          <a:xfrm>
            <a:off x="565525" y="1481050"/>
            <a:ext cx="8016900" cy="308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just" rtl="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2400" b="0" i="0" u="none" strike="noStrike" cap="none">
              <a:solidFill>
                <a:srgbClr val="040A24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7" name="Google Shape;217;g14643db3440_0_224"/>
          <p:cNvSpPr txBox="1"/>
          <p:nvPr/>
        </p:nvSpPr>
        <p:spPr>
          <a:xfrm>
            <a:off x="563550" y="636550"/>
            <a:ext cx="8016900" cy="84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lang="en-US" sz="4000" b="1">
                <a:solidFill>
                  <a:srgbClr val="EA4E6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{}.keys</a:t>
            </a:r>
            <a:endParaRPr sz="4000" b="0" i="0" u="none" strike="noStrike" cap="none">
              <a:solidFill>
                <a:srgbClr val="EA4E60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218" name="Google Shape;218;g14643db3440_0_224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[</a:t>
            </a:r>
            <a:fld id="{00000000-1234-1234-1234-123412341234}" type="slidenum">
              <a:rPr lang="en-US">
                <a:solidFill>
                  <a:srgbClr val="EA4E60"/>
                </a:solidFill>
              </a:rPr>
              <a:t>21</a:t>
            </a:fld>
            <a:r>
              <a:rPr lang="en-US"/>
              <a:t>]</a:t>
            </a:r>
            <a:endParaRPr/>
          </a:p>
        </p:txBody>
      </p:sp>
      <p:graphicFrame>
        <p:nvGraphicFramePr>
          <p:cNvPr id="219" name="Google Shape;219;g14643db3440_0_224"/>
          <p:cNvGraphicFramePr/>
          <p:nvPr/>
        </p:nvGraphicFramePr>
        <p:xfrm>
          <a:off x="566928" y="1481328"/>
          <a:ext cx="8019300" cy="3081525"/>
        </p:xfrm>
        <a:graphic>
          <a:graphicData uri="http://schemas.openxmlformats.org/drawingml/2006/table">
            <a:tbl>
              <a:tblPr>
                <a:noFill/>
                <a:tableStyleId>{6322E731-7A8A-4888-BF3A-72475743BA48}</a:tableStyleId>
              </a:tblPr>
              <a:tblGrid>
                <a:gridCol w="80193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081525"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contatos = {</a:t>
                      </a:r>
                      <a:b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</a:b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   </a:t>
                      </a:r>
                      <a:r>
                        <a:rPr lang="en-US">
                          <a:solidFill>
                            <a:srgbClr val="E6DB74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"guilherme@gmail.com"</a:t>
                      </a: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: {</a:t>
                      </a:r>
                      <a:r>
                        <a:rPr lang="en-US">
                          <a:solidFill>
                            <a:srgbClr val="E6DB74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"nome"</a:t>
                      </a: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: </a:t>
                      </a:r>
                      <a:r>
                        <a:rPr lang="en-US">
                          <a:solidFill>
                            <a:srgbClr val="E6DB74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"Guilherme"</a:t>
                      </a: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,</a:t>
                      </a:r>
                      <a:r>
                        <a:rPr lang="en-US">
                          <a:solidFill>
                            <a:srgbClr val="E6DB74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"telefone"</a:t>
                      </a: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: </a:t>
                      </a:r>
                      <a:r>
                        <a:rPr lang="en-US">
                          <a:solidFill>
                            <a:srgbClr val="E6DB74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"3333-2221"</a:t>
                      </a: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}</a:t>
                      </a:r>
                      <a:b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</a:b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}</a:t>
                      </a:r>
                      <a:b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</a:br>
                      <a:b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</a:b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contatos.keys()  </a:t>
                      </a:r>
                      <a:r>
                        <a:rPr lang="en-US">
                          <a:solidFill>
                            <a:srgbClr val="75715E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# dict_keys(['guilherme@gmail.com'])</a:t>
                      </a:r>
                      <a:endParaRPr>
                        <a:latin typeface="Fira Code"/>
                        <a:ea typeface="Fira Code"/>
                        <a:cs typeface="Fira Code"/>
                        <a:sym typeface="Fira Code"/>
                      </a:endParaRPr>
                    </a:p>
                  </a:txBody>
                  <a:tcPr marL="63500" marR="63500" marT="63500" marB="63500">
                    <a:lnL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23241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2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4" name="Google Shape;224;g14643db3440_0_231"/>
          <p:cNvSpPr txBox="1"/>
          <p:nvPr/>
        </p:nvSpPr>
        <p:spPr>
          <a:xfrm>
            <a:off x="565525" y="1481050"/>
            <a:ext cx="8016900" cy="308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just" rtl="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2400" b="0" i="0" u="none" strike="noStrike" cap="none">
              <a:solidFill>
                <a:srgbClr val="040A24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5" name="Google Shape;225;g14643db3440_0_231"/>
          <p:cNvSpPr txBox="1"/>
          <p:nvPr/>
        </p:nvSpPr>
        <p:spPr>
          <a:xfrm>
            <a:off x="563550" y="636550"/>
            <a:ext cx="8016900" cy="84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lang="en-US" sz="4000" b="1">
                <a:solidFill>
                  <a:srgbClr val="EA4E6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{}.pop</a:t>
            </a:r>
            <a:endParaRPr sz="4000" b="0" i="0" u="none" strike="noStrike" cap="none">
              <a:solidFill>
                <a:srgbClr val="EA4E60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226" name="Google Shape;226;g14643db3440_0_231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[</a:t>
            </a:r>
            <a:fld id="{00000000-1234-1234-1234-123412341234}" type="slidenum">
              <a:rPr lang="en-US">
                <a:solidFill>
                  <a:srgbClr val="EA4E60"/>
                </a:solidFill>
              </a:rPr>
              <a:t>22</a:t>
            </a:fld>
            <a:r>
              <a:rPr lang="en-US"/>
              <a:t>]</a:t>
            </a:r>
            <a:endParaRPr/>
          </a:p>
        </p:txBody>
      </p:sp>
      <p:graphicFrame>
        <p:nvGraphicFramePr>
          <p:cNvPr id="227" name="Google Shape;227;g14643db3440_0_231"/>
          <p:cNvGraphicFramePr/>
          <p:nvPr/>
        </p:nvGraphicFramePr>
        <p:xfrm>
          <a:off x="566928" y="1481328"/>
          <a:ext cx="8019300" cy="3081525"/>
        </p:xfrm>
        <a:graphic>
          <a:graphicData uri="http://schemas.openxmlformats.org/drawingml/2006/table">
            <a:tbl>
              <a:tblPr>
                <a:noFill/>
                <a:tableStyleId>{6322E731-7A8A-4888-BF3A-72475743BA48}</a:tableStyleId>
              </a:tblPr>
              <a:tblGrid>
                <a:gridCol w="80193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081525"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contatos = {</a:t>
                      </a:r>
                      <a:b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</a:b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   </a:t>
                      </a:r>
                      <a:r>
                        <a:rPr lang="en-US">
                          <a:solidFill>
                            <a:srgbClr val="E6DB74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"guilherme@gmail.com"</a:t>
                      </a: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: {</a:t>
                      </a:r>
                      <a:r>
                        <a:rPr lang="en-US">
                          <a:solidFill>
                            <a:srgbClr val="E6DB74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"nome"</a:t>
                      </a: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: </a:t>
                      </a:r>
                      <a:r>
                        <a:rPr lang="en-US">
                          <a:solidFill>
                            <a:srgbClr val="E6DB74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"Guilherme"</a:t>
                      </a: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,</a:t>
                      </a:r>
                      <a:r>
                        <a:rPr lang="en-US">
                          <a:solidFill>
                            <a:srgbClr val="E6DB74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"telefone"</a:t>
                      </a: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: </a:t>
                      </a:r>
                      <a:r>
                        <a:rPr lang="en-US">
                          <a:solidFill>
                            <a:srgbClr val="E6DB74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"3333-2221"</a:t>
                      </a: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}</a:t>
                      </a:r>
                      <a:b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</a:b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}</a:t>
                      </a:r>
                      <a:b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</a:br>
                      <a:b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</a:b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contatos.pop(</a:t>
                      </a:r>
                      <a:r>
                        <a:rPr lang="en-US">
                          <a:solidFill>
                            <a:srgbClr val="E6DB74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"guilherme@gmail.com"</a:t>
                      </a: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)  </a:t>
                      </a:r>
                      <a:r>
                        <a:rPr lang="en-US">
                          <a:solidFill>
                            <a:srgbClr val="75715E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# {'nome': 'Guilherme', 'telefone': '3333-2221'}</a:t>
                      </a:r>
                      <a:endParaRPr>
                        <a:solidFill>
                          <a:srgbClr val="75715E"/>
                        </a:solidFill>
                        <a:highlight>
                          <a:srgbClr val="23241F"/>
                        </a:highlight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contatos.pop(</a:t>
                      </a:r>
                      <a:r>
                        <a:rPr lang="en-US">
                          <a:solidFill>
                            <a:srgbClr val="E6DB74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"guilherme@gmail.com"</a:t>
                      </a: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, {})  </a:t>
                      </a:r>
                      <a:r>
                        <a:rPr lang="en-US">
                          <a:solidFill>
                            <a:srgbClr val="75715E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# {}</a:t>
                      </a:r>
                      <a:endParaRPr>
                        <a:solidFill>
                          <a:srgbClr val="75715E"/>
                        </a:solidFill>
                        <a:highlight>
                          <a:srgbClr val="23241F"/>
                        </a:highlight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63500" marR="63500" marT="63500" marB="63500">
                    <a:lnL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23241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2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2" name="Google Shape;232;g14643db3440_0_238"/>
          <p:cNvSpPr txBox="1"/>
          <p:nvPr/>
        </p:nvSpPr>
        <p:spPr>
          <a:xfrm>
            <a:off x="565525" y="1481050"/>
            <a:ext cx="8016900" cy="308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just" rtl="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2400" b="0" i="0" u="none" strike="noStrike" cap="none">
              <a:solidFill>
                <a:srgbClr val="040A24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3" name="Google Shape;233;g14643db3440_0_238"/>
          <p:cNvSpPr txBox="1"/>
          <p:nvPr/>
        </p:nvSpPr>
        <p:spPr>
          <a:xfrm>
            <a:off x="563550" y="636550"/>
            <a:ext cx="8016900" cy="84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lang="en-US" sz="4000" b="1">
                <a:solidFill>
                  <a:srgbClr val="EA4E6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{}.popitem</a:t>
            </a:r>
            <a:endParaRPr sz="4000" b="0" i="0" u="none" strike="noStrike" cap="none">
              <a:solidFill>
                <a:srgbClr val="EA4E60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234" name="Google Shape;234;g14643db3440_0_238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[</a:t>
            </a:r>
            <a:fld id="{00000000-1234-1234-1234-123412341234}" type="slidenum">
              <a:rPr lang="en-US">
                <a:solidFill>
                  <a:srgbClr val="EA4E60"/>
                </a:solidFill>
              </a:rPr>
              <a:t>23</a:t>
            </a:fld>
            <a:r>
              <a:rPr lang="en-US"/>
              <a:t>]</a:t>
            </a:r>
            <a:endParaRPr/>
          </a:p>
        </p:txBody>
      </p:sp>
      <p:graphicFrame>
        <p:nvGraphicFramePr>
          <p:cNvPr id="235" name="Google Shape;235;g14643db3440_0_238"/>
          <p:cNvGraphicFramePr/>
          <p:nvPr/>
        </p:nvGraphicFramePr>
        <p:xfrm>
          <a:off x="566928" y="1481328"/>
          <a:ext cx="8019300" cy="3081525"/>
        </p:xfrm>
        <a:graphic>
          <a:graphicData uri="http://schemas.openxmlformats.org/drawingml/2006/table">
            <a:tbl>
              <a:tblPr>
                <a:noFill/>
                <a:tableStyleId>{6322E731-7A8A-4888-BF3A-72475743BA48}</a:tableStyleId>
              </a:tblPr>
              <a:tblGrid>
                <a:gridCol w="80193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081525"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contatos = {</a:t>
                      </a:r>
                      <a:b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</a:b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   </a:t>
                      </a:r>
                      <a:r>
                        <a:rPr lang="en-US">
                          <a:solidFill>
                            <a:srgbClr val="E6DB74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"guilherme@gmail.com"</a:t>
                      </a: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: {</a:t>
                      </a:r>
                      <a:r>
                        <a:rPr lang="en-US">
                          <a:solidFill>
                            <a:srgbClr val="E6DB74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"nome"</a:t>
                      </a: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: </a:t>
                      </a:r>
                      <a:r>
                        <a:rPr lang="en-US">
                          <a:solidFill>
                            <a:srgbClr val="E6DB74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"Guilherme"</a:t>
                      </a: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,</a:t>
                      </a:r>
                      <a:r>
                        <a:rPr lang="en-US">
                          <a:solidFill>
                            <a:srgbClr val="E6DB74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"telefone"</a:t>
                      </a: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: </a:t>
                      </a:r>
                      <a:r>
                        <a:rPr lang="en-US">
                          <a:solidFill>
                            <a:srgbClr val="E6DB74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"3333-2221"</a:t>
                      </a: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}</a:t>
                      </a:r>
                      <a:b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</a:b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}</a:t>
                      </a:r>
                      <a:b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</a:br>
                      <a:b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</a:b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contatos.popitem()  </a:t>
                      </a:r>
                      <a:r>
                        <a:rPr lang="en-US">
                          <a:solidFill>
                            <a:srgbClr val="75715E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# ('guilherme@gmail.com', {'nome': 'Guilherme', 'telefone': '3333-2221'})</a:t>
                      </a:r>
                      <a:b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</a:b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contatos.popitem()  </a:t>
                      </a:r>
                      <a:r>
                        <a:rPr lang="en-US">
                          <a:solidFill>
                            <a:srgbClr val="75715E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# KeyError</a:t>
                      </a:r>
                      <a:endParaRPr>
                        <a:latin typeface="Fira Code"/>
                        <a:ea typeface="Fira Code"/>
                        <a:cs typeface="Fira Code"/>
                        <a:sym typeface="Fira Code"/>
                      </a:endParaRPr>
                    </a:p>
                  </a:txBody>
                  <a:tcPr marL="63500" marR="63500" marT="63500" marB="63500">
                    <a:lnL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23241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2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0" name="Google Shape;240;g14643db3440_0_245"/>
          <p:cNvSpPr txBox="1"/>
          <p:nvPr/>
        </p:nvSpPr>
        <p:spPr>
          <a:xfrm>
            <a:off x="565525" y="1481050"/>
            <a:ext cx="8016900" cy="308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just" rtl="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2400" b="0" i="0" u="none" strike="noStrike" cap="none">
              <a:solidFill>
                <a:srgbClr val="040A24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1" name="Google Shape;241;g14643db3440_0_245"/>
          <p:cNvSpPr txBox="1"/>
          <p:nvPr/>
        </p:nvSpPr>
        <p:spPr>
          <a:xfrm>
            <a:off x="563550" y="636550"/>
            <a:ext cx="8016900" cy="84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lang="en-US" sz="4000" b="1">
                <a:solidFill>
                  <a:srgbClr val="EA4E6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{}.setdefault</a:t>
            </a:r>
            <a:endParaRPr sz="4000" b="0" i="0" u="none" strike="noStrike" cap="none">
              <a:solidFill>
                <a:srgbClr val="EA4E60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242" name="Google Shape;242;g14643db3440_0_245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[</a:t>
            </a:r>
            <a:fld id="{00000000-1234-1234-1234-123412341234}" type="slidenum">
              <a:rPr lang="en-US">
                <a:solidFill>
                  <a:srgbClr val="EA4E60"/>
                </a:solidFill>
              </a:rPr>
              <a:t>24</a:t>
            </a:fld>
            <a:r>
              <a:rPr lang="en-US"/>
              <a:t>]</a:t>
            </a:r>
            <a:endParaRPr/>
          </a:p>
        </p:txBody>
      </p:sp>
      <p:graphicFrame>
        <p:nvGraphicFramePr>
          <p:cNvPr id="243" name="Google Shape;243;g14643db3440_0_245"/>
          <p:cNvGraphicFramePr/>
          <p:nvPr/>
        </p:nvGraphicFramePr>
        <p:xfrm>
          <a:off x="566928" y="1481328"/>
          <a:ext cx="8019300" cy="3081525"/>
        </p:xfrm>
        <a:graphic>
          <a:graphicData uri="http://schemas.openxmlformats.org/drawingml/2006/table">
            <a:tbl>
              <a:tblPr>
                <a:noFill/>
                <a:tableStyleId>{6322E731-7A8A-4888-BF3A-72475743BA48}</a:tableStyleId>
              </a:tblPr>
              <a:tblGrid>
                <a:gridCol w="80193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081525"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contato = {</a:t>
                      </a:r>
                      <a:r>
                        <a:rPr lang="en-US">
                          <a:solidFill>
                            <a:srgbClr val="E6DB74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'nome'</a:t>
                      </a: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: </a:t>
                      </a:r>
                      <a:r>
                        <a:rPr lang="en-US">
                          <a:solidFill>
                            <a:srgbClr val="E6DB74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'Guilherme'</a:t>
                      </a: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, </a:t>
                      </a:r>
                      <a:r>
                        <a:rPr lang="en-US">
                          <a:solidFill>
                            <a:srgbClr val="E6DB74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'telefone'</a:t>
                      </a: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: </a:t>
                      </a:r>
                      <a:r>
                        <a:rPr lang="en-US">
                          <a:solidFill>
                            <a:srgbClr val="E6DB74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'3333-2221'</a:t>
                      </a: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}</a:t>
                      </a:r>
                      <a:b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</a:br>
                      <a:b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</a:b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contato.setdefault(</a:t>
                      </a:r>
                      <a:r>
                        <a:rPr lang="en-US">
                          <a:solidFill>
                            <a:srgbClr val="E6DB74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"nome"</a:t>
                      </a: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, </a:t>
                      </a:r>
                      <a:r>
                        <a:rPr lang="en-US">
                          <a:solidFill>
                            <a:srgbClr val="E6DB74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"Giovanna"</a:t>
                      </a: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)  </a:t>
                      </a:r>
                      <a:r>
                        <a:rPr lang="en-US">
                          <a:solidFill>
                            <a:srgbClr val="75715E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# "Guilherme"</a:t>
                      </a:r>
                      <a:b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</a:b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contato  </a:t>
                      </a:r>
                      <a:r>
                        <a:rPr lang="en-US">
                          <a:solidFill>
                            <a:srgbClr val="75715E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# {'nome': 'Guilherme', 'telefone': '3333-2221'}</a:t>
                      </a:r>
                      <a:endParaRPr>
                        <a:solidFill>
                          <a:srgbClr val="75715E"/>
                        </a:solidFill>
                        <a:highlight>
                          <a:srgbClr val="23241F"/>
                        </a:highlight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b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</a:b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contato.setdefault(</a:t>
                      </a:r>
                      <a:r>
                        <a:rPr lang="en-US">
                          <a:solidFill>
                            <a:srgbClr val="E6DB74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"idade"</a:t>
                      </a: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, </a:t>
                      </a:r>
                      <a:r>
                        <a:rPr lang="en-US">
                          <a:solidFill>
                            <a:srgbClr val="AE81FF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28</a:t>
                      </a: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)  </a:t>
                      </a:r>
                      <a:r>
                        <a:rPr lang="en-US">
                          <a:solidFill>
                            <a:srgbClr val="75715E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# 28</a:t>
                      </a:r>
                      <a:b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</a:b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contato  </a:t>
                      </a:r>
                      <a:r>
                        <a:rPr lang="en-US">
                          <a:solidFill>
                            <a:srgbClr val="75715E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# {'nome': 'Guilherme', 'telefone': '3333-2221', 'idade': 28}</a:t>
                      </a:r>
                      <a:endParaRPr>
                        <a:latin typeface="Fira Code"/>
                        <a:ea typeface="Fira Code"/>
                        <a:cs typeface="Fira Code"/>
                        <a:sym typeface="Fira Code"/>
                      </a:endParaRPr>
                    </a:p>
                  </a:txBody>
                  <a:tcPr marL="63500" marR="63500" marT="63500" marB="63500">
                    <a:lnL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23241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2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8" name="Google Shape;248;g14643db3440_0_252"/>
          <p:cNvSpPr txBox="1"/>
          <p:nvPr/>
        </p:nvSpPr>
        <p:spPr>
          <a:xfrm>
            <a:off x="565525" y="1481050"/>
            <a:ext cx="8016900" cy="308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just" rtl="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2400" b="0" i="0" u="none" strike="noStrike" cap="none">
              <a:solidFill>
                <a:srgbClr val="040A24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9" name="Google Shape;249;g14643db3440_0_252"/>
          <p:cNvSpPr txBox="1"/>
          <p:nvPr/>
        </p:nvSpPr>
        <p:spPr>
          <a:xfrm>
            <a:off x="563550" y="636550"/>
            <a:ext cx="8016900" cy="84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lang="en-US" sz="4000" b="1">
                <a:solidFill>
                  <a:srgbClr val="EA4E6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{}.update</a:t>
            </a:r>
            <a:endParaRPr sz="4000" b="0" i="0" u="none" strike="noStrike" cap="none">
              <a:solidFill>
                <a:srgbClr val="EA4E60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250" name="Google Shape;250;g14643db3440_0_252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[</a:t>
            </a:r>
            <a:fld id="{00000000-1234-1234-1234-123412341234}" type="slidenum">
              <a:rPr lang="en-US">
                <a:solidFill>
                  <a:srgbClr val="EA4E60"/>
                </a:solidFill>
              </a:rPr>
              <a:t>25</a:t>
            </a:fld>
            <a:r>
              <a:rPr lang="en-US"/>
              <a:t>]</a:t>
            </a:r>
            <a:endParaRPr/>
          </a:p>
        </p:txBody>
      </p:sp>
      <p:graphicFrame>
        <p:nvGraphicFramePr>
          <p:cNvPr id="251" name="Google Shape;251;g14643db3440_0_252"/>
          <p:cNvGraphicFramePr/>
          <p:nvPr/>
        </p:nvGraphicFramePr>
        <p:xfrm>
          <a:off x="566928" y="1481328"/>
          <a:ext cx="8019300" cy="3081525"/>
        </p:xfrm>
        <a:graphic>
          <a:graphicData uri="http://schemas.openxmlformats.org/drawingml/2006/table">
            <a:tbl>
              <a:tblPr>
                <a:noFill/>
                <a:tableStyleId>{6322E731-7A8A-4888-BF3A-72475743BA48}</a:tableStyleId>
              </a:tblPr>
              <a:tblGrid>
                <a:gridCol w="80193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081525"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contatos = {</a:t>
                      </a:r>
                      <a:b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</a:b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   </a:t>
                      </a:r>
                      <a:r>
                        <a:rPr lang="en-US">
                          <a:solidFill>
                            <a:srgbClr val="E6DB74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"guilherme@gmail.com"</a:t>
                      </a: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: {</a:t>
                      </a:r>
                      <a:r>
                        <a:rPr lang="en-US">
                          <a:solidFill>
                            <a:srgbClr val="E6DB74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"nome"</a:t>
                      </a: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: </a:t>
                      </a:r>
                      <a:r>
                        <a:rPr lang="en-US">
                          <a:solidFill>
                            <a:srgbClr val="E6DB74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"Guilherme"</a:t>
                      </a: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,</a:t>
                      </a:r>
                      <a:r>
                        <a:rPr lang="en-US">
                          <a:solidFill>
                            <a:srgbClr val="E6DB74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"telefone"</a:t>
                      </a: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: </a:t>
                      </a:r>
                      <a:r>
                        <a:rPr lang="en-US">
                          <a:solidFill>
                            <a:srgbClr val="E6DB74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"3333-2221"</a:t>
                      </a: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}</a:t>
                      </a:r>
                      <a:b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</a:b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}</a:t>
                      </a:r>
                      <a:b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</a:br>
                      <a:b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</a:b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contatos.update({</a:t>
                      </a:r>
                      <a:r>
                        <a:rPr lang="en-US">
                          <a:solidFill>
                            <a:srgbClr val="E6DB74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"guilherme@gmail.com"</a:t>
                      </a: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: {</a:t>
                      </a:r>
                      <a:r>
                        <a:rPr lang="en-US">
                          <a:solidFill>
                            <a:srgbClr val="E6DB74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"nome"</a:t>
                      </a: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: </a:t>
                      </a:r>
                      <a:r>
                        <a:rPr lang="en-US">
                          <a:solidFill>
                            <a:srgbClr val="E6DB74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"Gui"</a:t>
                      </a: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}})</a:t>
                      </a:r>
                      <a:b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</a:b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contatos  </a:t>
                      </a:r>
                      <a:r>
                        <a:rPr lang="en-US">
                          <a:solidFill>
                            <a:srgbClr val="75715E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# {'guilherme@gmail.com': {'nome': 'Gui'}}</a:t>
                      </a:r>
                      <a:b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</a:br>
                      <a:b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</a:b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contatos.update({</a:t>
                      </a:r>
                      <a:r>
                        <a:rPr lang="en-US">
                          <a:solidFill>
                            <a:srgbClr val="E6DB74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"giovanna@gmail.com"</a:t>
                      </a: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: {</a:t>
                      </a:r>
                      <a:r>
                        <a:rPr lang="en-US">
                          <a:solidFill>
                            <a:srgbClr val="E6DB74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"nome"</a:t>
                      </a: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: </a:t>
                      </a:r>
                      <a:r>
                        <a:rPr lang="en-US">
                          <a:solidFill>
                            <a:srgbClr val="E6DB74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"Giovanna"</a:t>
                      </a: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, </a:t>
                      </a:r>
                      <a:r>
                        <a:rPr lang="en-US">
                          <a:solidFill>
                            <a:srgbClr val="E6DB74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"telefone"</a:t>
                      </a: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: </a:t>
                      </a:r>
                      <a:r>
                        <a:rPr lang="en-US">
                          <a:solidFill>
                            <a:srgbClr val="E6DB74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"3322-8181"</a:t>
                      </a: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}})</a:t>
                      </a:r>
                      <a:b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</a:b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contatos  </a:t>
                      </a:r>
                      <a:r>
                        <a:rPr lang="en-US">
                          <a:solidFill>
                            <a:srgbClr val="75715E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# {'guilherme@gmail.com': {'nome': 'Gui'}, 'giovanna@gmail.com': {'nome': 'Giovanna', 'telefone': '3322-8181'}}</a:t>
                      </a:r>
                      <a:endParaRPr>
                        <a:latin typeface="Fira Code"/>
                        <a:ea typeface="Fira Code"/>
                        <a:cs typeface="Fira Code"/>
                        <a:sym typeface="Fira Code"/>
                      </a:endParaRPr>
                    </a:p>
                  </a:txBody>
                  <a:tcPr marL="63500" marR="63500" marT="63500" marB="63500">
                    <a:lnL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23241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2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" name="Google Shape;256;g14643db3440_0_259"/>
          <p:cNvSpPr txBox="1"/>
          <p:nvPr/>
        </p:nvSpPr>
        <p:spPr>
          <a:xfrm>
            <a:off x="565525" y="1481050"/>
            <a:ext cx="8016900" cy="308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just" rtl="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2400" b="0" i="0" u="none" strike="noStrike" cap="none">
              <a:solidFill>
                <a:srgbClr val="040A24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7" name="Google Shape;257;g14643db3440_0_259"/>
          <p:cNvSpPr txBox="1"/>
          <p:nvPr/>
        </p:nvSpPr>
        <p:spPr>
          <a:xfrm>
            <a:off x="563550" y="636550"/>
            <a:ext cx="8016900" cy="84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lang="en-US" sz="4000" b="1">
                <a:solidFill>
                  <a:srgbClr val="EA4E6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{}.values</a:t>
            </a:r>
            <a:endParaRPr sz="4000" b="0" i="0" u="none" strike="noStrike" cap="none">
              <a:solidFill>
                <a:srgbClr val="EA4E60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258" name="Google Shape;258;g14643db3440_0_259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[</a:t>
            </a:r>
            <a:fld id="{00000000-1234-1234-1234-123412341234}" type="slidenum">
              <a:rPr lang="en-US">
                <a:solidFill>
                  <a:srgbClr val="EA4E60"/>
                </a:solidFill>
              </a:rPr>
              <a:t>26</a:t>
            </a:fld>
            <a:r>
              <a:rPr lang="en-US"/>
              <a:t>]</a:t>
            </a:r>
            <a:endParaRPr/>
          </a:p>
        </p:txBody>
      </p:sp>
      <p:graphicFrame>
        <p:nvGraphicFramePr>
          <p:cNvPr id="259" name="Google Shape;259;g14643db3440_0_259"/>
          <p:cNvGraphicFramePr/>
          <p:nvPr/>
        </p:nvGraphicFramePr>
        <p:xfrm>
          <a:off x="566928" y="1481328"/>
          <a:ext cx="8019300" cy="3081525"/>
        </p:xfrm>
        <a:graphic>
          <a:graphicData uri="http://schemas.openxmlformats.org/drawingml/2006/table">
            <a:tbl>
              <a:tblPr>
                <a:noFill/>
                <a:tableStyleId>{6322E731-7A8A-4888-BF3A-72475743BA48}</a:tableStyleId>
              </a:tblPr>
              <a:tblGrid>
                <a:gridCol w="80193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081525"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contatos = {</a:t>
                      </a:r>
                      <a:b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</a:b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   </a:t>
                      </a:r>
                      <a:r>
                        <a:rPr lang="en-US">
                          <a:solidFill>
                            <a:srgbClr val="E6DB74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"guilherme@gmail.com"</a:t>
                      </a: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: {</a:t>
                      </a:r>
                      <a:r>
                        <a:rPr lang="en-US">
                          <a:solidFill>
                            <a:srgbClr val="E6DB74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"nome"</a:t>
                      </a: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: </a:t>
                      </a:r>
                      <a:r>
                        <a:rPr lang="en-US">
                          <a:solidFill>
                            <a:srgbClr val="E6DB74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"Guilherme"</a:t>
                      </a: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, </a:t>
                      </a:r>
                      <a:r>
                        <a:rPr lang="en-US">
                          <a:solidFill>
                            <a:srgbClr val="E6DB74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"telefone"</a:t>
                      </a: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: </a:t>
                      </a:r>
                      <a:r>
                        <a:rPr lang="en-US">
                          <a:solidFill>
                            <a:srgbClr val="E6DB74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"3333-2221"</a:t>
                      </a: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},</a:t>
                      </a:r>
                      <a:b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</a:b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   </a:t>
                      </a:r>
                      <a:r>
                        <a:rPr lang="en-US">
                          <a:solidFill>
                            <a:srgbClr val="E6DB74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"giovanna@gmail.com"</a:t>
                      </a: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: {</a:t>
                      </a:r>
                      <a:r>
                        <a:rPr lang="en-US">
                          <a:solidFill>
                            <a:srgbClr val="E6DB74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"nome"</a:t>
                      </a: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: </a:t>
                      </a:r>
                      <a:r>
                        <a:rPr lang="en-US">
                          <a:solidFill>
                            <a:srgbClr val="E6DB74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"Giovanna"</a:t>
                      </a: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, </a:t>
                      </a:r>
                      <a:r>
                        <a:rPr lang="en-US">
                          <a:solidFill>
                            <a:srgbClr val="E6DB74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"telefone"</a:t>
                      </a: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: </a:t>
                      </a:r>
                      <a:r>
                        <a:rPr lang="en-US">
                          <a:solidFill>
                            <a:srgbClr val="E6DB74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"3443-2121"</a:t>
                      </a: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},</a:t>
                      </a:r>
                      <a:b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</a:b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   </a:t>
                      </a:r>
                      <a:r>
                        <a:rPr lang="en-US">
                          <a:solidFill>
                            <a:srgbClr val="E6DB74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"chappie@gmail.com"</a:t>
                      </a: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: {</a:t>
                      </a:r>
                      <a:r>
                        <a:rPr lang="en-US">
                          <a:solidFill>
                            <a:srgbClr val="E6DB74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"nome"</a:t>
                      </a: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: </a:t>
                      </a:r>
                      <a:r>
                        <a:rPr lang="en-US">
                          <a:solidFill>
                            <a:srgbClr val="E6DB74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"Chappie"</a:t>
                      </a: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, </a:t>
                      </a:r>
                      <a:r>
                        <a:rPr lang="en-US">
                          <a:solidFill>
                            <a:srgbClr val="E6DB74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"telefone"</a:t>
                      </a: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: </a:t>
                      </a:r>
                      <a:r>
                        <a:rPr lang="en-US">
                          <a:solidFill>
                            <a:srgbClr val="E6DB74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"3344-9871"</a:t>
                      </a: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},</a:t>
                      </a:r>
                      <a:b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</a:b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   </a:t>
                      </a:r>
                      <a:r>
                        <a:rPr lang="en-US">
                          <a:solidFill>
                            <a:srgbClr val="E6DB74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"melaine@gmail.com"</a:t>
                      </a: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: {</a:t>
                      </a:r>
                      <a:r>
                        <a:rPr lang="en-US">
                          <a:solidFill>
                            <a:srgbClr val="E6DB74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"nome"</a:t>
                      </a: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: </a:t>
                      </a:r>
                      <a:r>
                        <a:rPr lang="en-US">
                          <a:solidFill>
                            <a:srgbClr val="E6DB74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"Melaine"</a:t>
                      </a: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, </a:t>
                      </a:r>
                      <a:r>
                        <a:rPr lang="en-US">
                          <a:solidFill>
                            <a:srgbClr val="E6DB74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"telefone"</a:t>
                      </a: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: </a:t>
                      </a:r>
                      <a:r>
                        <a:rPr lang="en-US">
                          <a:solidFill>
                            <a:srgbClr val="E6DB74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"3333-7766"</a:t>
                      </a: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},</a:t>
                      </a:r>
                      <a:b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</a:b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}</a:t>
                      </a:r>
                      <a:b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</a:br>
                      <a:b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</a:b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contatos.values()  </a:t>
                      </a:r>
                      <a:r>
                        <a:rPr lang="en-US">
                          <a:solidFill>
                            <a:srgbClr val="75715E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# dict_values([{'nome': 'Guilherme', 'telefone': '3333-2221'}, {'nome': 'Giovanna', 'telefone': '3443-2121'}, {'nome': 'Chappie', 'telefone': '3344-9871'}, {'nome': 'Melaine', 'telefone': '3333-7766'}])</a:t>
                      </a:r>
                      <a:endParaRPr>
                        <a:latin typeface="Fira Code"/>
                        <a:ea typeface="Fira Code"/>
                        <a:cs typeface="Fira Code"/>
                        <a:sym typeface="Fira Code"/>
                      </a:endParaRPr>
                    </a:p>
                  </a:txBody>
                  <a:tcPr marL="63500" marR="63500" marT="63500" marB="63500">
                    <a:lnL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23241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2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4" name="Google Shape;264;g14643db3440_0_139"/>
          <p:cNvSpPr txBox="1"/>
          <p:nvPr/>
        </p:nvSpPr>
        <p:spPr>
          <a:xfrm>
            <a:off x="565525" y="1481050"/>
            <a:ext cx="8016900" cy="308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just" rtl="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2400" b="0" i="0" u="none" strike="noStrike" cap="none">
              <a:solidFill>
                <a:srgbClr val="040A24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5" name="Google Shape;265;g14643db3440_0_139"/>
          <p:cNvSpPr txBox="1"/>
          <p:nvPr/>
        </p:nvSpPr>
        <p:spPr>
          <a:xfrm>
            <a:off x="563550" y="636550"/>
            <a:ext cx="8016900" cy="84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lang="en-US" sz="4000" b="1">
                <a:solidFill>
                  <a:srgbClr val="EA4E6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in</a:t>
            </a:r>
            <a:endParaRPr sz="4000" b="0" i="0" u="none" strike="noStrike" cap="none">
              <a:solidFill>
                <a:srgbClr val="EA4E60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266" name="Google Shape;266;g14643db3440_0_139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lang="en-US"/>
              <a:t>[</a:t>
            </a:r>
            <a:fld id="{00000000-1234-1234-1234-123412341234}" type="slidenum">
              <a:rPr lang="en-US">
                <a:solidFill>
                  <a:srgbClr val="EA4E60"/>
                </a:solidFill>
              </a:rPr>
              <a:t>27</a:t>
            </a:fld>
            <a:r>
              <a:rPr lang="en-US"/>
              <a:t>]</a:t>
            </a:r>
            <a:endParaRPr/>
          </a:p>
        </p:txBody>
      </p:sp>
      <p:graphicFrame>
        <p:nvGraphicFramePr>
          <p:cNvPr id="267" name="Google Shape;267;g14643db3440_0_139"/>
          <p:cNvGraphicFramePr/>
          <p:nvPr/>
        </p:nvGraphicFramePr>
        <p:xfrm>
          <a:off x="566928" y="1481328"/>
          <a:ext cx="8019300" cy="3081525"/>
        </p:xfrm>
        <a:graphic>
          <a:graphicData uri="http://schemas.openxmlformats.org/drawingml/2006/table">
            <a:tbl>
              <a:tblPr>
                <a:noFill/>
                <a:tableStyleId>{6322E731-7A8A-4888-BF3A-72475743BA48}</a:tableStyleId>
              </a:tblPr>
              <a:tblGrid>
                <a:gridCol w="80193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081525"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contatos = {</a:t>
                      </a:r>
                      <a:b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</a:b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   </a:t>
                      </a:r>
                      <a:r>
                        <a:rPr lang="en-US">
                          <a:solidFill>
                            <a:srgbClr val="E6DB74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"guilherme@gmail.com"</a:t>
                      </a: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: {</a:t>
                      </a:r>
                      <a:r>
                        <a:rPr lang="en-US">
                          <a:solidFill>
                            <a:srgbClr val="E6DB74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"nome"</a:t>
                      </a: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: </a:t>
                      </a:r>
                      <a:r>
                        <a:rPr lang="en-US">
                          <a:solidFill>
                            <a:srgbClr val="E6DB74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"Guilherme"</a:t>
                      </a: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, </a:t>
                      </a:r>
                      <a:r>
                        <a:rPr lang="en-US">
                          <a:solidFill>
                            <a:srgbClr val="E6DB74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"telefone"</a:t>
                      </a: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: </a:t>
                      </a:r>
                      <a:r>
                        <a:rPr lang="en-US">
                          <a:solidFill>
                            <a:srgbClr val="E6DB74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"3333-2221"</a:t>
                      </a: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},</a:t>
                      </a:r>
                      <a:b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</a:b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   </a:t>
                      </a:r>
                      <a:r>
                        <a:rPr lang="en-US">
                          <a:solidFill>
                            <a:srgbClr val="E6DB74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"giovanna@gmail.com"</a:t>
                      </a: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: {</a:t>
                      </a:r>
                      <a:r>
                        <a:rPr lang="en-US">
                          <a:solidFill>
                            <a:srgbClr val="E6DB74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"nome"</a:t>
                      </a: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: </a:t>
                      </a:r>
                      <a:r>
                        <a:rPr lang="en-US">
                          <a:solidFill>
                            <a:srgbClr val="E6DB74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"Giovanna"</a:t>
                      </a: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, </a:t>
                      </a:r>
                      <a:r>
                        <a:rPr lang="en-US">
                          <a:solidFill>
                            <a:srgbClr val="E6DB74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"telefone"</a:t>
                      </a: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: </a:t>
                      </a:r>
                      <a:r>
                        <a:rPr lang="en-US">
                          <a:solidFill>
                            <a:srgbClr val="E6DB74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"3443-2121"</a:t>
                      </a: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},</a:t>
                      </a:r>
                      <a:b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</a:b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   </a:t>
                      </a:r>
                      <a:r>
                        <a:rPr lang="en-US">
                          <a:solidFill>
                            <a:srgbClr val="E6DB74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"chappie@gmail.com"</a:t>
                      </a: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: {</a:t>
                      </a:r>
                      <a:r>
                        <a:rPr lang="en-US">
                          <a:solidFill>
                            <a:srgbClr val="E6DB74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"nome"</a:t>
                      </a: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: </a:t>
                      </a:r>
                      <a:r>
                        <a:rPr lang="en-US">
                          <a:solidFill>
                            <a:srgbClr val="E6DB74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"Chappie"</a:t>
                      </a: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, </a:t>
                      </a:r>
                      <a:r>
                        <a:rPr lang="en-US">
                          <a:solidFill>
                            <a:srgbClr val="E6DB74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"telefone"</a:t>
                      </a: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: </a:t>
                      </a:r>
                      <a:r>
                        <a:rPr lang="en-US">
                          <a:solidFill>
                            <a:srgbClr val="E6DB74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"3344-9871"</a:t>
                      </a: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},</a:t>
                      </a:r>
                      <a:b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</a:b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   </a:t>
                      </a:r>
                      <a:r>
                        <a:rPr lang="en-US">
                          <a:solidFill>
                            <a:srgbClr val="E6DB74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"melaine@gmail.com"</a:t>
                      </a: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: {</a:t>
                      </a:r>
                      <a:r>
                        <a:rPr lang="en-US">
                          <a:solidFill>
                            <a:srgbClr val="E6DB74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"nome"</a:t>
                      </a: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: </a:t>
                      </a:r>
                      <a:r>
                        <a:rPr lang="en-US">
                          <a:solidFill>
                            <a:srgbClr val="E6DB74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"Melaine"</a:t>
                      </a: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, </a:t>
                      </a:r>
                      <a:r>
                        <a:rPr lang="en-US">
                          <a:solidFill>
                            <a:srgbClr val="E6DB74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"telefone"</a:t>
                      </a: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: </a:t>
                      </a:r>
                      <a:r>
                        <a:rPr lang="en-US">
                          <a:solidFill>
                            <a:srgbClr val="E6DB74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"3333-7766"</a:t>
                      </a: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},</a:t>
                      </a:r>
                      <a:b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</a:b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}</a:t>
                      </a:r>
                      <a:b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</a:br>
                      <a:b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</a:br>
                      <a:r>
                        <a:rPr lang="en-US">
                          <a:solidFill>
                            <a:srgbClr val="E6DB74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"guilherme@gmail.com"</a:t>
                      </a: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</a:t>
                      </a:r>
                      <a:r>
                        <a:rPr lang="en-US">
                          <a:solidFill>
                            <a:srgbClr val="F9267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in</a:t>
                      </a: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contatos  </a:t>
                      </a:r>
                      <a:r>
                        <a:rPr lang="en-US">
                          <a:solidFill>
                            <a:srgbClr val="75715E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# True</a:t>
                      </a:r>
                      <a:b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</a:br>
                      <a:r>
                        <a:rPr lang="en-US">
                          <a:solidFill>
                            <a:srgbClr val="E6DB74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"megui@gmail.com"</a:t>
                      </a: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</a:t>
                      </a:r>
                      <a:r>
                        <a:rPr lang="en-US">
                          <a:solidFill>
                            <a:srgbClr val="F9267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in</a:t>
                      </a: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contatos  </a:t>
                      </a:r>
                      <a:r>
                        <a:rPr lang="en-US">
                          <a:solidFill>
                            <a:srgbClr val="75715E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# False</a:t>
                      </a:r>
                      <a:b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</a:br>
                      <a:r>
                        <a:rPr lang="en-US">
                          <a:solidFill>
                            <a:srgbClr val="E6DB74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"idade"</a:t>
                      </a: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</a:t>
                      </a:r>
                      <a:r>
                        <a:rPr lang="en-US">
                          <a:solidFill>
                            <a:srgbClr val="F9267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in</a:t>
                      </a: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contatos[</a:t>
                      </a:r>
                      <a:r>
                        <a:rPr lang="en-US">
                          <a:solidFill>
                            <a:srgbClr val="E6DB74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"guilherme@gmail.com"</a:t>
                      </a: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]  </a:t>
                      </a:r>
                      <a:r>
                        <a:rPr lang="en-US">
                          <a:solidFill>
                            <a:srgbClr val="75715E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# False</a:t>
                      </a:r>
                      <a:b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</a:br>
                      <a:r>
                        <a:rPr lang="en-US">
                          <a:solidFill>
                            <a:srgbClr val="E6DB74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"telefone"</a:t>
                      </a: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</a:t>
                      </a:r>
                      <a:r>
                        <a:rPr lang="en-US">
                          <a:solidFill>
                            <a:srgbClr val="F9267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in</a:t>
                      </a: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contatos[</a:t>
                      </a:r>
                      <a:r>
                        <a:rPr lang="en-US">
                          <a:solidFill>
                            <a:srgbClr val="E6DB74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"giovanna@gmail.com"</a:t>
                      </a: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]  </a:t>
                      </a:r>
                      <a:r>
                        <a:rPr lang="en-US">
                          <a:solidFill>
                            <a:srgbClr val="75715E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# True</a:t>
                      </a:r>
                      <a:endParaRPr>
                        <a:latin typeface="Fira Code"/>
                        <a:ea typeface="Fira Code"/>
                        <a:cs typeface="Fira Code"/>
                        <a:sym typeface="Fira Code"/>
                      </a:endParaRPr>
                    </a:p>
                  </a:txBody>
                  <a:tcPr marL="63500" marR="63500" marT="63500" marB="63500">
                    <a:lnL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23241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2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2" name="Google Shape;272;g14652654031_0_10"/>
          <p:cNvSpPr txBox="1"/>
          <p:nvPr/>
        </p:nvSpPr>
        <p:spPr>
          <a:xfrm>
            <a:off x="565525" y="1481050"/>
            <a:ext cx="8016900" cy="308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just" rtl="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2400" b="0" i="0" u="none" strike="noStrike" cap="none">
              <a:solidFill>
                <a:srgbClr val="040A24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3" name="Google Shape;273;g14652654031_0_10"/>
          <p:cNvSpPr txBox="1"/>
          <p:nvPr/>
        </p:nvSpPr>
        <p:spPr>
          <a:xfrm>
            <a:off x="563550" y="636550"/>
            <a:ext cx="8016900" cy="84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lang="en-US" sz="4000" b="1">
                <a:solidFill>
                  <a:srgbClr val="EA4E6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del</a:t>
            </a:r>
            <a:endParaRPr sz="4000" b="0" i="0" u="none" strike="noStrike" cap="none">
              <a:solidFill>
                <a:srgbClr val="EA4E60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274" name="Google Shape;274;g14652654031_0_10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lang="en-US"/>
              <a:t>[</a:t>
            </a:r>
            <a:fld id="{00000000-1234-1234-1234-123412341234}" type="slidenum">
              <a:rPr lang="en-US">
                <a:solidFill>
                  <a:srgbClr val="EA4E60"/>
                </a:solidFill>
              </a:rPr>
              <a:t>28</a:t>
            </a:fld>
            <a:r>
              <a:rPr lang="en-US"/>
              <a:t>]</a:t>
            </a:r>
            <a:endParaRPr/>
          </a:p>
        </p:txBody>
      </p:sp>
      <p:graphicFrame>
        <p:nvGraphicFramePr>
          <p:cNvPr id="275" name="Google Shape;275;g14652654031_0_10"/>
          <p:cNvGraphicFramePr/>
          <p:nvPr/>
        </p:nvGraphicFramePr>
        <p:xfrm>
          <a:off x="566928" y="1481328"/>
          <a:ext cx="8019300" cy="3306191"/>
        </p:xfrm>
        <a:graphic>
          <a:graphicData uri="http://schemas.openxmlformats.org/drawingml/2006/table">
            <a:tbl>
              <a:tblPr>
                <a:noFill/>
                <a:tableStyleId>{6322E731-7A8A-4888-BF3A-72475743BA48}</a:tableStyleId>
              </a:tblPr>
              <a:tblGrid>
                <a:gridCol w="80193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081525"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contatos = {</a:t>
                      </a:r>
                      <a:b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</a:b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   </a:t>
                      </a:r>
                      <a:r>
                        <a:rPr lang="en-US">
                          <a:solidFill>
                            <a:srgbClr val="E6DB74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"guilherme@gmail.com"</a:t>
                      </a: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: {</a:t>
                      </a:r>
                      <a:r>
                        <a:rPr lang="en-US">
                          <a:solidFill>
                            <a:srgbClr val="E6DB74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"nome"</a:t>
                      </a: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: </a:t>
                      </a:r>
                      <a:r>
                        <a:rPr lang="en-US">
                          <a:solidFill>
                            <a:srgbClr val="E6DB74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"Guilherme"</a:t>
                      </a: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, </a:t>
                      </a:r>
                      <a:r>
                        <a:rPr lang="en-US">
                          <a:solidFill>
                            <a:srgbClr val="E6DB74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"telefone"</a:t>
                      </a: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: </a:t>
                      </a:r>
                      <a:r>
                        <a:rPr lang="en-US">
                          <a:solidFill>
                            <a:srgbClr val="E6DB74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"3333-2221"</a:t>
                      </a: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},</a:t>
                      </a:r>
                      <a:b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</a:b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   </a:t>
                      </a:r>
                      <a:r>
                        <a:rPr lang="en-US">
                          <a:solidFill>
                            <a:srgbClr val="E6DB74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"giovanna@gmail.com"</a:t>
                      </a: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: {</a:t>
                      </a:r>
                      <a:r>
                        <a:rPr lang="en-US">
                          <a:solidFill>
                            <a:srgbClr val="E6DB74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"nome"</a:t>
                      </a: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: </a:t>
                      </a:r>
                      <a:r>
                        <a:rPr lang="en-US">
                          <a:solidFill>
                            <a:srgbClr val="E6DB74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"Giovanna"</a:t>
                      </a: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, </a:t>
                      </a:r>
                      <a:r>
                        <a:rPr lang="en-US">
                          <a:solidFill>
                            <a:srgbClr val="E6DB74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"telefone"</a:t>
                      </a: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: </a:t>
                      </a:r>
                      <a:r>
                        <a:rPr lang="en-US">
                          <a:solidFill>
                            <a:srgbClr val="E6DB74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"3443-2121"</a:t>
                      </a: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},</a:t>
                      </a:r>
                      <a:b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</a:b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   </a:t>
                      </a:r>
                      <a:r>
                        <a:rPr lang="en-US">
                          <a:solidFill>
                            <a:srgbClr val="E6DB74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"chappie@gmail.com"</a:t>
                      </a: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: {</a:t>
                      </a:r>
                      <a:r>
                        <a:rPr lang="en-US">
                          <a:solidFill>
                            <a:srgbClr val="E6DB74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"nome"</a:t>
                      </a: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: </a:t>
                      </a:r>
                      <a:r>
                        <a:rPr lang="en-US">
                          <a:solidFill>
                            <a:srgbClr val="E6DB74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"Chappie"</a:t>
                      </a: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, </a:t>
                      </a:r>
                      <a:r>
                        <a:rPr lang="en-US">
                          <a:solidFill>
                            <a:srgbClr val="E6DB74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"telefone"</a:t>
                      </a: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: </a:t>
                      </a:r>
                      <a:r>
                        <a:rPr lang="en-US">
                          <a:solidFill>
                            <a:srgbClr val="E6DB74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"3344-9871"</a:t>
                      </a: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},</a:t>
                      </a:r>
                      <a:b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</a:b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   </a:t>
                      </a:r>
                      <a:r>
                        <a:rPr lang="en-US">
                          <a:solidFill>
                            <a:srgbClr val="E6DB74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"melaine@gmail.com"</a:t>
                      </a: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: {</a:t>
                      </a:r>
                      <a:r>
                        <a:rPr lang="en-US">
                          <a:solidFill>
                            <a:srgbClr val="E6DB74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"nome"</a:t>
                      </a: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: </a:t>
                      </a:r>
                      <a:r>
                        <a:rPr lang="en-US">
                          <a:solidFill>
                            <a:srgbClr val="E6DB74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"Melaine"</a:t>
                      </a: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, </a:t>
                      </a:r>
                      <a:r>
                        <a:rPr lang="en-US">
                          <a:solidFill>
                            <a:srgbClr val="E6DB74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"telefone"</a:t>
                      </a: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: </a:t>
                      </a:r>
                      <a:r>
                        <a:rPr lang="en-US">
                          <a:solidFill>
                            <a:srgbClr val="E6DB74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"3333-7766"</a:t>
                      </a: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},</a:t>
                      </a:r>
                      <a:b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</a:b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}</a:t>
                      </a:r>
                      <a:b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</a:br>
                      <a:b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</a:br>
                      <a:r>
                        <a:rPr lang="en-US">
                          <a:solidFill>
                            <a:srgbClr val="F9267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del</a:t>
                      </a: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contatos[</a:t>
                      </a:r>
                      <a:r>
                        <a:rPr lang="en-US">
                          <a:solidFill>
                            <a:srgbClr val="E6DB74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"guilherme@gmail.com"</a:t>
                      </a: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][</a:t>
                      </a:r>
                      <a:r>
                        <a:rPr lang="en-US">
                          <a:solidFill>
                            <a:srgbClr val="E6DB74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"telefone"</a:t>
                      </a: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]</a:t>
                      </a:r>
                      <a:b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</a:br>
                      <a:r>
                        <a:rPr lang="en-US">
                          <a:solidFill>
                            <a:srgbClr val="F9267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del</a:t>
                      </a: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contatos[</a:t>
                      </a:r>
                      <a:r>
                        <a:rPr lang="en-US">
                          <a:solidFill>
                            <a:srgbClr val="E6DB74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"chappie@gmail.com"</a:t>
                      </a: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] </a:t>
                      </a:r>
                      <a:b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</a:br>
                      <a:b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</a:b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contatos </a:t>
                      </a:r>
                      <a:r>
                        <a:rPr lang="en-US">
                          <a:solidFill>
                            <a:srgbClr val="75715E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# {'guilherme@gmail.com': {'nome': 'Guilherme'}, 'giovanna@gmail.com': {'nome': 'Giovanna', 'telefone': '3443-2121'}, 'melaine@gmail.com': {'nome': 'Melaine', 'telefone': '3333-7766'}}</a:t>
                      </a:r>
                      <a:endParaRPr>
                        <a:latin typeface="Fira Code"/>
                        <a:ea typeface="Fira Code"/>
                        <a:cs typeface="Fira Code"/>
                        <a:sym typeface="Fira Code"/>
                      </a:endParaRPr>
                    </a:p>
                  </a:txBody>
                  <a:tcPr marL="63500" marR="63500" marT="63500" marB="63500">
                    <a:lnL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23241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2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0" name="Google Shape;280;g14643db3440_0_146"/>
          <p:cNvSpPr txBox="1"/>
          <p:nvPr/>
        </p:nvSpPr>
        <p:spPr>
          <a:xfrm>
            <a:off x="565525" y="636550"/>
            <a:ext cx="7410300" cy="84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lang="en-US" sz="4000" b="1" i="0" u="none" strike="noStrike" cap="none">
                <a:solidFill>
                  <a:srgbClr val="EA4E6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Percurso</a:t>
            </a:r>
            <a:endParaRPr sz="4000" b="0" i="0" u="none" strike="noStrike" cap="none">
              <a:solidFill>
                <a:srgbClr val="EA4E60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281" name="Google Shape;281;g14643db3440_0_146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lang="en-US"/>
              <a:t>[</a:t>
            </a:r>
            <a:fld id="{00000000-1234-1234-1234-123412341234}" type="slidenum">
              <a:rPr lang="en-US">
                <a:solidFill>
                  <a:srgbClr val="EA4E60"/>
                </a:solidFill>
              </a:rPr>
              <a:t>29</a:t>
            </a:fld>
            <a:r>
              <a:rPr lang="en-US"/>
              <a:t>]</a:t>
            </a:r>
            <a:endParaRPr/>
          </a:p>
        </p:txBody>
      </p:sp>
      <p:sp>
        <p:nvSpPr>
          <p:cNvPr id="282" name="Google Shape;282;g14643db3440_0_146"/>
          <p:cNvSpPr txBox="1"/>
          <p:nvPr/>
        </p:nvSpPr>
        <p:spPr>
          <a:xfrm>
            <a:off x="678554" y="1851730"/>
            <a:ext cx="1380000" cy="576000"/>
          </a:xfrm>
          <a:prstGeom prst="rect">
            <a:avLst/>
          </a:prstGeom>
          <a:solidFill>
            <a:srgbClr val="EA4E6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1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lang="en-US" sz="2800" i="0" strike="sng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Etapa 1</a:t>
            </a:r>
            <a:endParaRPr sz="2800" i="0" strike="sngStrike" cap="none">
              <a:solidFill>
                <a:srgbClr val="595959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3" name="Google Shape;283;g14643db3440_0_146"/>
          <p:cNvSpPr/>
          <p:nvPr/>
        </p:nvSpPr>
        <p:spPr>
          <a:xfrm>
            <a:off x="2262751" y="1908875"/>
            <a:ext cx="61743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457200" marR="0" lvl="0" indent="-4572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-US" sz="2400" strike="sngStrik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rPr>
              <a:t>Criação e acesso aos dados</a:t>
            </a:r>
            <a:endParaRPr sz="2400" i="0" strike="sngStrike" cap="none">
              <a:solidFill>
                <a:srgbClr val="040A24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4" name="Google Shape;284;g14643db3440_0_146"/>
          <p:cNvSpPr txBox="1"/>
          <p:nvPr/>
        </p:nvSpPr>
        <p:spPr>
          <a:xfrm>
            <a:off x="692754" y="2571755"/>
            <a:ext cx="1380000" cy="576000"/>
          </a:xfrm>
          <a:prstGeom prst="rect">
            <a:avLst/>
          </a:prstGeom>
          <a:solidFill>
            <a:srgbClr val="EA4E6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1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lang="en-US" sz="2800" i="0" u="none" strike="sng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Etapa </a:t>
            </a:r>
            <a:r>
              <a:rPr lang="en-US" sz="2800" strike="sng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 sz="2800" i="0" u="none" strike="sngStrike" cap="none">
              <a:solidFill>
                <a:srgbClr val="595959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5" name="Google Shape;285;g14643db3440_0_146"/>
          <p:cNvSpPr/>
          <p:nvPr/>
        </p:nvSpPr>
        <p:spPr>
          <a:xfrm>
            <a:off x="2276951" y="2628900"/>
            <a:ext cx="61743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457200" marR="0" lvl="0" indent="-4572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-US" sz="2400" strike="sngStrik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rPr>
              <a:t>Métodos da classe tuple</a:t>
            </a:r>
            <a:endParaRPr sz="2400" i="0" u="none" strike="sngStrike" cap="none">
              <a:solidFill>
                <a:srgbClr val="040A24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2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0" name="Google Shape;290;g122e3ca075f_0_56"/>
          <p:cNvSpPr txBox="1"/>
          <p:nvPr/>
        </p:nvSpPr>
        <p:spPr>
          <a:xfrm>
            <a:off x="565525" y="1293025"/>
            <a:ext cx="8016900" cy="3456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381000" algn="l" rtl="0">
              <a:spcBef>
                <a:spcPts val="18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Char char="●"/>
            </a:pPr>
            <a:r>
              <a:rPr lang="en-US" sz="2400" b="1" u="sng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https://github.com/digitalinnovationone/trilha-python-dio</a:t>
            </a:r>
            <a:endParaRPr sz="2400" b="1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1" name="Google Shape;291;g122e3ca075f_0_56"/>
          <p:cNvSpPr txBox="1"/>
          <p:nvPr/>
        </p:nvSpPr>
        <p:spPr>
          <a:xfrm>
            <a:off x="565525" y="448525"/>
            <a:ext cx="8016900" cy="84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lang="en-US" sz="4000" b="1" i="0" u="none" strike="noStrike" cap="none">
                <a:solidFill>
                  <a:srgbClr val="EA4E6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Links Úteis</a:t>
            </a:r>
            <a:endParaRPr sz="4000" b="0" i="0" u="none" strike="noStrike" cap="none">
              <a:solidFill>
                <a:srgbClr val="EA4E60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292" name="Google Shape;292;g122e3ca075f_0_56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lang="en-US"/>
              <a:t>[</a:t>
            </a:r>
            <a:fld id="{00000000-1234-1234-1234-123412341234}" type="slidenum">
              <a:rPr lang="en-US">
                <a:solidFill>
                  <a:srgbClr val="EA4E60"/>
                </a:solidFill>
              </a:rPr>
              <a:t>30</a:t>
            </a:fld>
            <a:r>
              <a:rPr lang="en-US"/>
              <a:t>]</a:t>
            </a:r>
            <a:endParaRPr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7282C"/>
        </a:solidFill>
        <a:effectLst/>
      </p:bgPr>
    </p:bg>
    <p:spTree>
      <p:nvGrpSpPr>
        <p:cNvPr id="1" name="Shape 2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7" name="Google Shape;297;p14"/>
          <p:cNvSpPr txBox="1"/>
          <p:nvPr/>
        </p:nvSpPr>
        <p:spPr>
          <a:xfrm>
            <a:off x="1162075" y="2962350"/>
            <a:ext cx="4442700" cy="91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76200" marR="0" lvl="1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en-US" sz="2400" b="0" i="0" u="none" strike="noStrike" cap="none">
                <a:solidFill>
                  <a:srgbClr val="EA4E60"/>
                </a:solidFill>
                <a:latin typeface="Calibri"/>
                <a:ea typeface="Calibri"/>
                <a:cs typeface="Calibri"/>
                <a:sym typeface="Calibri"/>
              </a:rPr>
              <a:t>&gt;</a:t>
            </a:r>
            <a:r>
              <a:rPr lang="en-US" sz="24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 Fórum/Artigos</a:t>
            </a:r>
            <a:endParaRPr sz="24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76200" marR="0" lvl="1" indent="0" algn="l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en-US" sz="2400" b="0" i="0" u="none" strike="noStrike" cap="none">
                <a:solidFill>
                  <a:srgbClr val="EA4E60"/>
                </a:solidFill>
                <a:latin typeface="Calibri"/>
                <a:ea typeface="Calibri"/>
                <a:cs typeface="Calibri"/>
                <a:sym typeface="Calibri"/>
              </a:rPr>
              <a:t>&gt;</a:t>
            </a:r>
            <a:r>
              <a:rPr lang="en-US" sz="24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 Comunidade </a:t>
            </a:r>
            <a:r>
              <a:rPr lang="en-US" sz="2400" b="0" i="0" u="sng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Online (Discord)</a:t>
            </a:r>
            <a:endParaRPr sz="24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8" name="Google Shape;298;p14"/>
          <p:cNvSpPr txBox="1"/>
          <p:nvPr/>
        </p:nvSpPr>
        <p:spPr>
          <a:xfrm>
            <a:off x="1162075" y="1317000"/>
            <a:ext cx="6575100" cy="91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lang="en-US" sz="5500" b="1" i="0" u="none" strike="noStrike" cap="none">
                <a:solidFill>
                  <a:srgbClr val="EA4E6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Dúvidas?</a:t>
            </a:r>
            <a:endParaRPr sz="5500" b="0" i="0" u="none" strike="noStrike" cap="none">
              <a:solidFill>
                <a:srgbClr val="EA4E60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pic>
        <p:nvPicPr>
          <p:cNvPr id="299" name="Google Shape;299;p14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642552" y="2029651"/>
            <a:ext cx="1484863" cy="1846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00" name="Google Shape;300;p14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8127426" y="120127"/>
            <a:ext cx="851525" cy="331432"/>
          </a:xfrm>
          <a:prstGeom prst="rect">
            <a:avLst/>
          </a:prstGeom>
          <a:noFill/>
          <a:ln>
            <a:noFill/>
          </a:ln>
        </p:spPr>
      </p:pic>
      <p:sp>
        <p:nvSpPr>
          <p:cNvPr id="301" name="Google Shape;301;p14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lang="en-US">
                <a:solidFill>
                  <a:srgbClr val="EA4E60"/>
                </a:solidFill>
              </a:rPr>
              <a:t>[</a:t>
            </a:r>
            <a:fld id="{00000000-1234-1234-1234-123412341234}" type="slidenum">
              <a:rPr lang="en-US">
                <a:solidFill>
                  <a:srgbClr val="EA4E60"/>
                </a:solidFill>
              </a:rPr>
              <a:t>31</a:t>
            </a:fld>
            <a:r>
              <a:rPr lang="en-US">
                <a:solidFill>
                  <a:srgbClr val="EA4E60"/>
                </a:solidFill>
              </a:rPr>
              <a:t>]</a:t>
            </a:r>
            <a:endParaRPr>
              <a:solidFill>
                <a:srgbClr val="EA4E60"/>
              </a:solidFill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851b35d3-0456-4d6a-bc2f-da927e91d158">
      <Terms xmlns="http://schemas.microsoft.com/office/infopath/2007/PartnerControls"/>
    </lcf76f155ced4ddcb4097134ff3c332f>
    <TaxCatchAll xmlns="19483571-f922-4e8e-9c1c-26f0a2252132" xsi:nil="true"/>
  </documentManagement>
</p:properti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o" ma:contentTypeID="0x01010001E48B58A68BE64E9120D347E3E06B3A" ma:contentTypeVersion="15" ma:contentTypeDescription="Crie um novo documento." ma:contentTypeScope="" ma:versionID="b5045d34f54d00713f1d3c8a948584d5">
  <xsd:schema xmlns:xsd="http://www.w3.org/2001/XMLSchema" xmlns:xs="http://www.w3.org/2001/XMLSchema" xmlns:p="http://schemas.microsoft.com/office/2006/metadata/properties" xmlns:ns2="851b35d3-0456-4d6a-bc2f-da927e91d158" xmlns:ns3="19483571-f922-4e8e-9c1c-26f0a2252132" targetNamespace="http://schemas.microsoft.com/office/2006/metadata/properties" ma:root="true" ma:fieldsID="393f5ed8fbc70cc4225b4f59a31ebb55" ns2:_="" ns3:_="">
    <xsd:import namespace="851b35d3-0456-4d6a-bc2f-da927e91d158"/>
    <xsd:import namespace="19483571-f922-4e8e-9c1c-26f0a2252132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3:SharedWithUsers" minOccurs="0"/>
                <xsd:element ref="ns3:SharedWithDetails" minOccurs="0"/>
                <xsd:element ref="ns2:MediaServiceDateTaken" minOccurs="0"/>
                <xsd:element ref="ns2:MediaLengthInSeconds" minOccurs="0"/>
                <xsd:element ref="ns2:MediaServiceAutoTags" minOccurs="0"/>
                <xsd:element ref="ns2:MediaServiceGenerationTime" minOccurs="0"/>
                <xsd:element ref="ns2:MediaServiceEventHashCode" minOccurs="0"/>
                <xsd:element ref="ns2:MediaServiceAutoKeyPoints" minOccurs="0"/>
                <xsd:element ref="ns2:MediaServiceKeyPoints" minOccurs="0"/>
                <xsd:element ref="ns2:lcf76f155ced4ddcb4097134ff3c332f" minOccurs="0"/>
                <xsd:element ref="ns3:TaxCatchAll" minOccurs="0"/>
                <xsd:element ref="ns2:MediaServiceOCR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851b35d3-0456-4d6a-bc2f-da927e91d158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DateTaken" ma:index="12" nillable="true" ma:displayName="MediaServiceDateTaken" ma:hidden="true" ma:internalName="MediaServiceDateTaken" ma:readOnly="true">
      <xsd:simpleType>
        <xsd:restriction base="dms:Text"/>
      </xsd:simpleType>
    </xsd:element>
    <xsd:element name="MediaLengthInSeconds" ma:index="13" nillable="true" ma:displayName="MediaLengthInSeconds" ma:hidden="true" ma:internalName="MediaLengthInSeconds" ma:readOnly="true">
      <xsd:simpleType>
        <xsd:restriction base="dms:Unknown"/>
      </xsd:simpleType>
    </xsd:element>
    <xsd:element name="MediaServiceAutoTags" ma:index="14" nillable="true" ma:displayName="Tags" ma:internalName="MediaServiceAutoTags" ma:readOnly="true">
      <xsd:simpleType>
        <xsd:restriction base="dms:Text"/>
      </xsd:simpleType>
    </xsd:element>
    <xsd:element name="MediaServiceGenerationTime" ma:index="15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6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AutoKeyPoints" ma:index="17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8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lcf76f155ced4ddcb4097134ff3c332f" ma:index="20" nillable="true" ma:taxonomy="true" ma:internalName="lcf76f155ced4ddcb4097134ff3c332f" ma:taxonomyFieldName="MediaServiceImageTags" ma:displayName="Marcações de imagem" ma:readOnly="false" ma:fieldId="{5cf76f15-5ced-4ddc-b409-7134ff3c332f}" ma:taxonomyMulti="true" ma:sspId="44a7fbd4-9dae-4371-bb8c-f658cfc5cb1c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22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9483571-f922-4e8e-9c1c-26f0a2252132" elementFormDefault="qualified">
    <xsd:import namespace="http://schemas.microsoft.com/office/2006/documentManagement/types"/>
    <xsd:import namespace="http://schemas.microsoft.com/office/infopath/2007/PartnerControls"/>
    <xsd:element name="SharedWithUsers" ma:index="10" nillable="true" ma:displayName="Compartilhado com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1" nillable="true" ma:displayName="Detalhes de Compartilhado Com" ma:internalName="SharedWithDetails" ma:readOnly="true">
      <xsd:simpleType>
        <xsd:restriction base="dms:Note">
          <xsd:maxLength value="255"/>
        </xsd:restriction>
      </xsd:simpleType>
    </xsd:element>
    <xsd:element name="TaxCatchAll" ma:index="21" nillable="true" ma:displayName="Taxonomy Catch All Column" ma:hidden="true" ma:list="{a4ca5b0e-bf34-4fb2-bc21-1657b419a556}" ma:internalName="TaxCatchAll" ma:showField="CatchAllData" ma:web="19483571-f922-4e8e-9c1c-26f0a2252132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Tipo de Conteúdo"/>
        <xsd:element ref="dc:title" minOccurs="0" maxOccurs="1" ma:index="4" ma:displayName="Título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67C35B9C-417F-47F2-B575-5F1261743424}">
  <ds:schemaRefs>
    <ds:schemaRef ds:uri="http://schemas.microsoft.com/office/2006/metadata/properties"/>
    <ds:schemaRef ds:uri="http://schemas.microsoft.com/office/infopath/2007/PartnerControls"/>
    <ds:schemaRef ds:uri="851b35d3-0456-4d6a-bc2f-da927e91d158"/>
    <ds:schemaRef ds:uri="19483571-f922-4e8e-9c1c-26f0a2252132"/>
  </ds:schemaRefs>
</ds:datastoreItem>
</file>

<file path=customXml/itemProps2.xml><?xml version="1.0" encoding="utf-8"?>
<ds:datastoreItem xmlns:ds="http://schemas.openxmlformats.org/officeDocument/2006/customXml" ds:itemID="{329D6D15-FE52-414E-8C12-3C929BD16CA9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851b35d3-0456-4d6a-bc2f-da927e91d158"/>
    <ds:schemaRef ds:uri="19483571-f922-4e8e-9c1c-26f0a2252132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65E7D82F-426B-4011-B443-83B2EE51F8B6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Application>Microsoft Office PowerPoint</Application>
  <PresentationFormat>Apresentação na tela (16:9)</PresentationFormat>
  <Slides>31</Slides>
  <Notes>31</Notes>
  <HiddenSlides>0</HiddenSlides>
  <ScaleCrop>false</ScaleCrop>
  <HeadingPairs>
    <vt:vector size="4" baseType="variant">
      <vt:variant>
        <vt:lpstr>Tema</vt:lpstr>
      </vt:variant>
      <vt:variant>
        <vt:i4>1</vt:i4>
      </vt:variant>
      <vt:variant>
        <vt:lpstr>Títulos de slides</vt:lpstr>
      </vt:variant>
      <vt:variant>
        <vt:i4>31</vt:i4>
      </vt:variant>
    </vt:vector>
  </HeadingPairs>
  <TitlesOfParts>
    <vt:vector size="32" baseType="lpstr">
      <vt:lpstr>Simple Light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Larissa Mestieri</dc:creator>
  <cp:revision>1</cp:revision>
  <dcterms:modified xsi:type="dcterms:W3CDTF">2026-01-02T15:58:12Z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0x01010001E48B58A68BE64E9120D347E3E06B3A</vt:lpwstr>
  </property>
</Properties>
</file>